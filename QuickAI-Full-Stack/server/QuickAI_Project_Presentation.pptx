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QuickAI Full-Stack —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AI-powered tools for content and images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React (Vite) frontend, Express backend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Auth via Clerk, data via Neon PostgreSQL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Cloudinary and Clipdrop for image workflows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Subscription model: free and premium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Client: React + Vite (port 5173)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Server: Express (port 3000)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Auth: Clerk (middleware and UI)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Database: Neon PostgreSQL (serverless)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Media: Cloudinary, Image Gen: Clipdrop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Frontend: React, Vite, Tailwind, Router, Axios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Backend: Node.js, Express, Clerk Express, Multer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Services: Cloudinary, Neon, Clipdrop, Gemini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Tooling: ESLint, Nodemon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Article and blog title generation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Text-to-image generation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Background and object removal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Resume review from PDF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Dashboard and community publishing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Likes and plan-based access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Frontend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Components: Navbar, Hero, AiTools, Plan, Sidebar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Pages: Home, Dashboard, Community, tools suite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Layout: protected routes with Clerk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Global styles via Tailwind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Backend Structure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Routes: /api/ai, /api/user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Controllers: aiController, userController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Middleware: auth with plan and usage checks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Configs: cloudinary, db, multer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API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Auth header: Bearer Clerk token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AI endpoints: generate-article, blog-title, image ops, resume-review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User endpoints: user creations, published, toggle like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Environment Variables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Client: VITE_CLERK_PUBLISHABLE_KEY, VITE_BASE_URL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Server: CLERK_SECRET_KEY, DATABASE_URL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Cloudinary: CLOUDINARY_CLOUD_NAME, API_KEY, API_SECRET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AI: GEMINI_API_KEY, CLIPDROP_API_KEY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Setup &amp; Run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Install deps in client and server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Set .env files for client and server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Start server (npm run server) and client (npm run dev)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Access: http://localhost:5173 with backend at 3000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Security &amp; Best Practices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Auth protected routes via Clerk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Plan-based feature gating and usage tracking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Recommend input validation and rate limiting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Use HTTPS and secure key management in production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Demo 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Sign in with Clerk and access dashboard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Use AI tools: generate text and images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Publish creations to community and like content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Review usage and plan status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User profiles, comments, templates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PDF/Markdown export and versioning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Analytics, admin panel, payments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Tests, CI/CD, monitoring, API docs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QuickAI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QuickAI Full-Stack Project</dc:title>
  <dc:subject>PptxGenJS Presentation</dc:subject>
  <dc:creator>QuickAI</dc:creator>
  <cp:lastModifiedBy>QuickAI</cp:lastModifiedBy>
  <cp:revision>1</cp:revision>
  <dcterms:created xsi:type="dcterms:W3CDTF">2025-12-31T05:07:32Z</dcterms:created>
  <dcterms:modified xsi:type="dcterms:W3CDTF">2025-12-31T05:07:32Z</dcterms:modified>
</cp:coreProperties>
</file>