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QuickAI - Full-Stack AI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 Presentation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 QuickAI</a:t>
            </a:r>
          </a:p>
          <a:p>
            <a:pPr>
              <a:spcAft>
                <a:spcPts val="1200"/>
              </a:spcAft>
              <a:defRPr sz="1800"/>
            </a:pPr>
            <a:r>
              <a:t>### AI-Powered Content Creation Platform</a:t>
            </a:r>
          </a:p>
          <a:p>
            <a:pPr>
              <a:spcAft>
                <a:spcPts val="1200"/>
              </a:spcAft>
              <a:defRPr sz="1800"/>
            </a:pPr>
            <a:r>
              <a:t>**Full-Stack Web Application**</a:t>
            </a:r>
          </a:p>
          <a:p>
            <a:pPr>
              <a:spcAft>
                <a:spcPts val="1200"/>
              </a:spcAft>
              <a:defRPr sz="1800"/>
            </a:pPr>
            <a:r>
              <a:t>*Transform your content creation with cutting-edge AI technology*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What is QuickAI?</a:t>
            </a:r>
          </a:p>
          <a:p>
            <a:pPr>
              <a:spcAft>
                <a:spcPts val="1200"/>
              </a:spcAft>
              <a:defRPr sz="1800"/>
            </a:pPr>
            <a:r>
              <a:t>- **Comprehensive AI-powered web application**</a:t>
            </a:r>
          </a:p>
          <a:p>
            <a:pPr>
              <a:spcAft>
                <a:spcPts val="1200"/>
              </a:spcAft>
              <a:defRPr sz="1800"/>
            </a:pPr>
            <a:r>
              <a:t>- **Suite of AI-driven tools** for content creation</a:t>
            </a:r>
          </a:p>
          <a:p>
            <a:pPr>
              <a:spcAft>
                <a:spcPts val="1200"/>
              </a:spcAft>
              <a:defRPr sz="1800"/>
            </a:pPr>
            <a:r>
              <a:t>- **Full-stack solution** with modern architecture</a:t>
            </a:r>
          </a:p>
          <a:p>
            <a:pPr>
              <a:spcAft>
                <a:spcPts val="1200"/>
              </a:spcAft>
              <a:defRPr sz="1800"/>
            </a:pPr>
            <a:r>
              <a:t>- **Subscription-based model** (Free &amp; Premium tiers)</a:t>
            </a:r>
          </a:p>
          <a:p>
            <a:pPr>
              <a:spcAft>
                <a:spcPts val="1200"/>
              </a:spcAft>
              <a:defRPr sz="1800"/>
            </a:pPr>
            <a:r>
              <a:t>### Key Highlights</a:t>
            </a:r>
          </a:p>
          <a:p>
            <a:pPr>
              <a:spcAft>
                <a:spcPts val="1200"/>
              </a:spcAft>
              <a:defRPr sz="1800"/>
            </a:pPr>
            <a:r>
              <a:t>✅ AI-Powered Content Generation  </a:t>
            </a:r>
          </a:p>
          <a:p>
            <a:pPr>
              <a:spcAft>
                <a:spcPts val="1200"/>
              </a:spcAft>
              <a:defRPr sz="1800"/>
            </a:pPr>
            <a:r>
              <a:t>✅ Image Processing &amp; Manipulation  </a:t>
            </a:r>
          </a:p>
          <a:p>
            <a:pPr>
              <a:spcAft>
                <a:spcPts val="1200"/>
              </a:spcAft>
              <a:defRPr sz="1800"/>
            </a:pPr>
            <a:r>
              <a:t>✅ User Authentication &amp; Management  </a:t>
            </a:r>
          </a:p>
          <a:p>
            <a:pPr>
              <a:spcAft>
                <a:spcPts val="1200"/>
              </a:spcAft>
              <a:defRPr sz="1800"/>
            </a:pPr>
            <a:r>
              <a:t>✅ Community Features  </a:t>
            </a:r>
          </a:p>
          <a:p>
            <a:pPr>
              <a:spcAft>
                <a:spcPts val="1200"/>
              </a:spcAft>
              <a:defRPr sz="1800"/>
            </a:pPr>
            <a:r>
              <a:t>✅ Usage Tracking &amp;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6 Powerful AI Tools</a:t>
            </a:r>
          </a:p>
          <a:p>
            <a:pPr>
              <a:spcAft>
                <a:spcPts val="1200"/>
              </a:spcAft>
              <a:defRPr sz="1800"/>
            </a:pPr>
            <a:r>
              <a:t>1. **AI Article Writer**</a:t>
            </a:r>
          </a:p>
          <a:p>
            <a:pPr>
              <a:spcAft>
                <a:spcPts val="1200"/>
              </a:spcAft>
              <a:defRPr sz="1800"/>
            </a:pPr>
            <a:r>
              <a:t>   - Generate high-quality articles on any topic</a:t>
            </a:r>
          </a:p>
          <a:p>
            <a:pPr>
              <a:spcAft>
                <a:spcPts val="1200"/>
              </a:spcAft>
              <a:defRPr sz="1800"/>
            </a:pPr>
            <a:r>
              <a:t>   - Configurable length and style</a:t>
            </a:r>
          </a:p>
          <a:p>
            <a:pPr>
              <a:spcAft>
                <a:spcPts val="1200"/>
              </a:spcAft>
              <a:defRPr sz="1800"/>
            </a:pPr>
            <a:r>
              <a:t>2. **Blog Title Generator**</a:t>
            </a:r>
          </a:p>
          <a:p>
            <a:pPr>
              <a:spcAft>
                <a:spcPts val="1200"/>
              </a:spcAft>
              <a:defRPr sz="1800"/>
            </a:pPr>
            <a:r>
              <a:t>   - Create catchy, SEO-friendly blog titles</a:t>
            </a:r>
          </a:p>
          <a:p>
            <a:pPr>
              <a:spcAft>
                <a:spcPts val="1200"/>
              </a:spcAft>
              <a:defRPr sz="1800"/>
            </a:pPr>
            <a:r>
              <a:t>   - Quick and optimized generation</a:t>
            </a:r>
          </a:p>
          <a:p>
            <a:pPr>
              <a:spcAft>
                <a:spcPts val="1200"/>
              </a:spcAft>
              <a:defRPr sz="1800"/>
            </a:pPr>
            <a:r>
              <a:t>3. **AI Image Generation**</a:t>
            </a:r>
          </a:p>
          <a:p>
            <a:pPr>
              <a:spcAft>
                <a:spcPts val="1200"/>
              </a:spcAft>
              <a:defRPr sz="1800"/>
            </a:pPr>
            <a:r>
              <a:t>   - Text-to-image creation</a:t>
            </a:r>
          </a:p>
          <a:p>
            <a:pPr>
              <a:spcAft>
                <a:spcPts val="1200"/>
              </a:spcAft>
              <a:defRPr sz="1800"/>
            </a:pPr>
            <a:r>
              <a:t>   - Premium feature with community sharing</a:t>
            </a:r>
          </a:p>
          <a:p>
            <a:pPr>
              <a:spcAft>
                <a:spcPts val="1200"/>
              </a:spcAft>
              <a:defRPr sz="1800"/>
            </a:pPr>
            <a:r>
              <a:t>4. **Background Removal**</a:t>
            </a:r>
          </a:p>
          <a:p>
            <a:pPr>
              <a:spcAft>
                <a:spcPts val="1200"/>
              </a:spcAft>
              <a:defRPr sz="1800"/>
            </a:pPr>
            <a:r>
              <a:t>   - Remove backgrounds from images instantly</a:t>
            </a:r>
          </a:p>
          <a:p>
            <a:pPr>
              <a:spcAft>
                <a:spcPts val="1200"/>
              </a:spcAft>
              <a:defRPr sz="1800"/>
            </a:pPr>
            <a:r>
              <a:t>   - AI-powered precision</a:t>
            </a:r>
          </a:p>
          <a:p>
            <a:pPr>
              <a:spcAft>
                <a:spcPts val="1200"/>
              </a:spcAft>
              <a:defRPr sz="1800"/>
            </a:pPr>
            <a:r>
              <a:t>5. **Object Removal**</a:t>
            </a:r>
          </a:p>
          <a:p>
            <a:pPr>
              <a:spcAft>
                <a:spcPts val="1200"/>
              </a:spcAft>
              <a:defRPr sz="1800"/>
            </a:pPr>
            <a:r>
              <a:t>   - Remove unwanted objects from images</a:t>
            </a:r>
          </a:p>
          <a:p>
            <a:pPr>
              <a:spcAft>
                <a:spcPts val="1200"/>
              </a:spcAft>
              <a:defRPr sz="1800"/>
            </a:pPr>
            <a:r>
              <a:t>   - Seamless editing</a:t>
            </a:r>
          </a:p>
          <a:p>
            <a:pPr>
              <a:spcAft>
                <a:spcPts val="1200"/>
              </a:spcAft>
              <a:defRPr sz="1800"/>
            </a:pPr>
            <a:r>
              <a:t>6. **Resume Reviewer**</a:t>
            </a:r>
          </a:p>
          <a:p>
            <a:pPr>
              <a:spcAft>
                <a:spcPts val="1200"/>
              </a:spcAft>
              <a:defRPr sz="1800"/>
            </a:pPr>
            <a:r>
              <a:t>   - AI-powered resume analysis</a:t>
            </a:r>
          </a:p>
          <a:p>
            <a:pPr>
              <a:spcAft>
                <a:spcPts val="1200"/>
              </a:spcAft>
              <a:defRPr sz="1800"/>
            </a:pPr>
            <a:r>
              <a:t>   - Constructive feedback and improvements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Technology Stack -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Modern React Ecosystem</a:t>
            </a:r>
          </a:p>
          <a:p>
            <a:pPr>
              <a:spcAft>
                <a:spcPts val="1200"/>
              </a:spcAft>
              <a:defRPr sz="1800"/>
            </a:pPr>
            <a:r>
              <a:t>**Core Technologies:**</a:t>
            </a:r>
          </a:p>
          <a:p>
            <a:pPr>
              <a:spcAft>
                <a:spcPts val="1200"/>
              </a:spcAft>
              <a:defRPr sz="1800"/>
            </a:pPr>
            <a:r>
              <a:t>- ⚛️ **React 19.1.0** - Latest UI library</a:t>
            </a:r>
          </a:p>
          <a:p>
            <a:pPr>
              <a:spcAft>
                <a:spcPts val="1200"/>
              </a:spcAft>
              <a:defRPr sz="1800"/>
            </a:pPr>
            <a:r>
              <a:t>- ⚡ **Vite 7.0.0** - Fast build tool &amp; dev server</a:t>
            </a:r>
          </a:p>
          <a:p>
            <a:pPr>
              <a:spcAft>
                <a:spcPts val="1200"/>
              </a:spcAft>
              <a:defRPr sz="1800"/>
            </a:pPr>
            <a:r>
              <a:t>- 🎨 **Tailwind CSS 4.1.11** - Utility-first styling</a:t>
            </a:r>
          </a:p>
          <a:p>
            <a:pPr>
              <a:spcAft>
                <a:spcPts val="1200"/>
              </a:spcAft>
              <a:defRPr sz="1800"/>
            </a:pPr>
            <a:r>
              <a:t>- 🧭 **React Router 7.6.3** - Client-side routing</a:t>
            </a:r>
          </a:p>
          <a:p>
            <a:pPr>
              <a:spcAft>
                <a:spcPts val="1200"/>
              </a:spcAft>
              <a:defRPr sz="1800"/>
            </a:pPr>
            <a:r>
              <a:t>**Key Libraries:**</a:t>
            </a:r>
          </a:p>
          <a:p>
            <a:pPr>
              <a:spcAft>
                <a:spcPts val="1200"/>
              </a:spcAft>
              <a:defRPr sz="1800"/>
            </a:pPr>
            <a:r>
              <a:t>- 🔐 **Clerk React** - Authentication</a:t>
            </a:r>
          </a:p>
          <a:p>
            <a:pPr>
              <a:spcAft>
                <a:spcPts val="1200"/>
              </a:spcAft>
              <a:defRPr sz="1800"/>
            </a:pPr>
            <a:r>
              <a:t>- 📡 **Axios** - HTTP client</a:t>
            </a:r>
          </a:p>
          <a:p>
            <a:pPr>
              <a:spcAft>
                <a:spcPts val="1200"/>
              </a:spcAft>
              <a:defRPr sz="1800"/>
            </a:pPr>
            <a:r>
              <a:t>- 🔔 **React Hot Toast** - Notifications</a:t>
            </a:r>
          </a:p>
          <a:p>
            <a:pPr>
              <a:spcAft>
                <a:spcPts val="1200"/>
              </a:spcAft>
              <a:defRPr sz="1800"/>
            </a:pPr>
            <a:r>
              <a:t>- 📝 **React Markdown** - Content rendering</a:t>
            </a:r>
          </a:p>
          <a:p>
            <a:pPr>
              <a:spcAft>
                <a:spcPts val="1200"/>
              </a:spcAft>
              <a:defRPr sz="1800"/>
            </a:pPr>
            <a:r>
              <a:t>- 🎯 **Lucide React** - Icon library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Technology Stack -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Robust Server Architecture</a:t>
            </a:r>
          </a:p>
          <a:p>
            <a:pPr>
              <a:spcAft>
                <a:spcPts val="1200"/>
              </a:spcAft>
              <a:defRPr sz="1800"/>
            </a:pPr>
            <a:r>
              <a:t>**Core Framework:**</a:t>
            </a:r>
          </a:p>
          <a:p>
            <a:pPr>
              <a:spcAft>
                <a:spcPts val="1200"/>
              </a:spcAft>
              <a:defRPr sz="1800"/>
            </a:pPr>
            <a:r>
              <a:t>- 🟢 **Node.js** - Runtime environment</a:t>
            </a:r>
          </a:p>
          <a:p>
            <a:pPr>
              <a:spcAft>
                <a:spcPts val="1200"/>
              </a:spcAft>
              <a:defRPr sz="1800"/>
            </a:pPr>
            <a:r>
              <a:t>- 🚀 **Express 5.1.0** - Web framework</a:t>
            </a:r>
          </a:p>
          <a:p>
            <a:pPr>
              <a:spcAft>
                <a:spcPts val="1200"/>
              </a:spcAft>
              <a:defRPr sz="1800"/>
            </a:pPr>
            <a:r>
              <a:t>- 🔐 **Clerk Express** - Auth middleware</a:t>
            </a:r>
          </a:p>
          <a:p>
            <a:pPr>
              <a:spcAft>
                <a:spcPts val="1200"/>
              </a:spcAft>
              <a:defRPr sz="1800"/>
            </a:pPr>
            <a:r>
              <a:t>**Database &amp; Storage:**</a:t>
            </a:r>
          </a:p>
          <a:p>
            <a:pPr>
              <a:spcAft>
                <a:spcPts val="1200"/>
              </a:spcAft>
              <a:defRPr sz="1800"/>
            </a:pPr>
            <a:r>
              <a:t>- 🐘 **Neon PostgreSQL** - Serverless database</a:t>
            </a:r>
          </a:p>
          <a:p>
            <a:pPr>
              <a:spcAft>
                <a:spcPts val="1200"/>
              </a:spcAft>
              <a:defRPr sz="1800"/>
            </a:pPr>
            <a:r>
              <a:t>- ☁️ **Cloudinary** - Image storage &amp; transformation</a:t>
            </a:r>
          </a:p>
          <a:p>
            <a:pPr>
              <a:spcAft>
                <a:spcPts val="1200"/>
              </a:spcAft>
              <a:defRPr sz="1800"/>
            </a:pPr>
            <a:r>
              <a:t>**AI &amp; External Services:**</a:t>
            </a:r>
          </a:p>
          <a:p>
            <a:pPr>
              <a:spcAft>
                <a:spcPts val="1200"/>
              </a:spcAft>
              <a:defRPr sz="1800"/>
            </a:pPr>
            <a:r>
              <a:t>- 🤖 **Google Gemini 2.0 Flash** - Text generation</a:t>
            </a:r>
          </a:p>
          <a:p>
            <a:pPr>
              <a:spcAft>
                <a:spcPts val="1200"/>
              </a:spcAft>
              <a:defRPr sz="1800"/>
            </a:pPr>
            <a:r>
              <a:t>- 🎨 **Clipdrop API** - Image generation</a:t>
            </a:r>
          </a:p>
          <a:p>
            <a:pPr>
              <a:spcAft>
                <a:spcPts val="1200"/>
              </a:spcAft>
              <a:defRPr sz="1800"/>
            </a:pPr>
            <a:r>
              <a:t>- 📄 **PDF Parse** - Resume processing</a:t>
            </a:r>
          </a:p>
          <a:p>
            <a:pPr>
              <a:spcAft>
                <a:spcPts val="1200"/>
              </a:spcAft>
              <a:defRPr sz="1800"/>
            </a:pPr>
            <a:r>
              <a:t>**Utilities:**</a:t>
            </a:r>
          </a:p>
          <a:p>
            <a:pPr>
              <a:spcAft>
                <a:spcPts val="1200"/>
              </a:spcAft>
              <a:defRPr sz="1800"/>
            </a:pPr>
            <a:r>
              <a:t>- 📤 **Multer** - File uploads</a:t>
            </a:r>
          </a:p>
          <a:p>
            <a:pPr>
              <a:spcAft>
                <a:spcPts val="1200"/>
              </a:spcAft>
              <a:defRPr sz="1800"/>
            </a:pPr>
            <a:r>
              <a:t>- 🌐 **CORS** - Cross-origin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Client-Server Architecture</a:t>
            </a:r>
          </a:p>
          <a:p>
            <a:pPr>
              <a:spcAft>
                <a:spcPts val="1200"/>
              </a:spcAft>
              <a:defRPr sz="1800"/>
            </a:pPr>
            <a:r>
              <a:t>┌─────────────────────┐</a:t>
            </a:r>
          </a:p>
          <a:p>
            <a:pPr>
              <a:spcAft>
                <a:spcPts val="1200"/>
              </a:spcAft>
              <a:defRPr sz="1800"/>
            </a:pPr>
            <a:r>
              <a:t>│   React Frontend    │</a:t>
            </a:r>
          </a:p>
          <a:p>
            <a:pPr>
              <a:spcAft>
                <a:spcPts val="1200"/>
              </a:spcAft>
              <a:defRPr sz="1800"/>
            </a:pPr>
            <a:r>
              <a:t>│   (Port 5173)       │</a:t>
            </a:r>
          </a:p>
          <a:p>
            <a:pPr>
              <a:spcAft>
                <a:spcPts val="1200"/>
              </a:spcAft>
              <a:defRPr sz="1800"/>
            </a:pPr>
            <a:r>
              <a:t>│   Vite + React      │</a:t>
            </a:r>
          </a:p>
          <a:p>
            <a:pPr>
              <a:spcAft>
                <a:spcPts val="1200"/>
              </a:spcAft>
              <a:defRPr sz="1800"/>
            </a:pPr>
            <a:r>
              <a:t>└──────────┬──────────┘</a:t>
            </a:r>
          </a:p>
          <a:p>
            <a:pPr>
              <a:spcAft>
                <a:spcPts val="1200"/>
              </a:spcAft>
              <a:defRPr sz="1800"/>
            </a:pPr>
            <a:r>
              <a:t>           │</a:t>
            </a:r>
          </a:p>
          <a:p>
            <a:pPr>
              <a:spcAft>
                <a:spcPts val="1200"/>
              </a:spcAft>
              <a:defRPr sz="1800"/>
            </a:pPr>
            <a:r>
              <a:t>    HTTP/REST API</a:t>
            </a:r>
          </a:p>
          <a:p>
            <a:pPr>
              <a:spcAft>
                <a:spcPts val="1200"/>
              </a:spcAft>
              <a:defRPr sz="1800"/>
            </a:pPr>
            <a:r>
              <a:t>           │</a:t>
            </a:r>
          </a:p>
          <a:p>
            <a:pPr>
              <a:spcAft>
                <a:spcPts val="1200"/>
              </a:spcAft>
              <a:defRPr sz="1800"/>
            </a:pPr>
            <a:r>
              <a:t>┌──────────▼──────────┐</a:t>
            </a:r>
          </a:p>
          <a:p>
            <a:pPr>
              <a:spcAft>
                <a:spcPts val="1200"/>
              </a:spcAft>
              <a:defRPr sz="1800"/>
            </a:pPr>
            <a:r>
              <a:t>│  Express Backend    │</a:t>
            </a:r>
          </a:p>
          <a:p>
            <a:pPr>
              <a:spcAft>
                <a:spcPts val="1200"/>
              </a:spcAft>
              <a:defRPr sz="1800"/>
            </a:pPr>
            <a:r>
              <a:t>│   (Port 3000)       │</a:t>
            </a:r>
          </a:p>
          <a:p>
            <a:pPr>
              <a:spcAft>
                <a:spcPts val="1200"/>
              </a:spcAft>
              <a:defRPr sz="1800"/>
            </a:pPr>
            <a:r>
              <a:t>│   Node.js + Express │</a:t>
            </a:r>
          </a:p>
          <a:p>
            <a:pPr>
              <a:spcAft>
                <a:spcPts val="1200"/>
              </a:spcAft>
              <a:defRPr sz="1800"/>
            </a:pPr>
            <a:r>
              <a:t>└──────────┬──────────┘</a:t>
            </a:r>
          </a:p>
          <a:p>
            <a:pPr>
              <a:spcAft>
                <a:spcPts val="1200"/>
              </a:spcAft>
              <a:defRPr sz="1800"/>
            </a:pPr>
            <a:r>
              <a:t>           │</a:t>
            </a:r>
          </a:p>
          <a:p>
            <a:pPr>
              <a:spcAft>
                <a:spcPts val="1200"/>
              </a:spcAft>
              <a:defRPr sz="1800"/>
            </a:pPr>
            <a:r>
              <a:t>    ┌──────┴──────┬──────────┬────────────┐</a:t>
            </a:r>
          </a:p>
          <a:p>
            <a:pPr>
              <a:spcAft>
                <a:spcPts val="1200"/>
              </a:spcAft>
              <a:defRPr sz="1800"/>
            </a:pPr>
            <a:r>
              <a:t>    │             │          │              │</a:t>
            </a:r>
          </a:p>
          <a:p>
            <a:pPr>
              <a:spcAft>
                <a:spcPts val="1200"/>
              </a:spcAft>
              <a:defRPr sz="1800"/>
            </a:pPr>
            <a:r>
              <a:t>┌───▼───┐   ┌────▼────┐ ┌───▼────┐  ┌─────▼─────┐</a:t>
            </a:r>
          </a:p>
          <a:p>
            <a:pPr>
              <a:spcAft>
                <a:spcPts val="1200"/>
              </a:spcAft>
              <a:defRPr sz="1800"/>
            </a:pPr>
            <a:r>
              <a:t>│ Clerk │   │  Neon   │ │Cloudinary│ │ Clipdrop  │</a:t>
            </a:r>
          </a:p>
          <a:p>
            <a:pPr>
              <a:spcAft>
                <a:spcPts val="1200"/>
              </a:spcAft>
              <a:defRPr sz="1800"/>
            </a:pPr>
            <a:r>
              <a:t>│ Auth  │   │PostgreSQL│ │ Storage │ │ Image Gen │</a:t>
            </a:r>
          </a:p>
          <a:p>
            <a:pPr>
              <a:spcAft>
                <a:spcPts val="1200"/>
              </a:spcAft>
              <a:defRPr sz="1800"/>
            </a:pPr>
            <a:r>
              <a:t>└───────┘   └─────────┘ └─────────┘ └───────────┘</a:t>
            </a:r>
          </a:p>
          <a:p>
            <a:pPr>
              <a:spcAft>
                <a:spcPts val="1200"/>
              </a:spcAft>
              <a:defRPr sz="1800"/>
            </a:pPr>
            <a:r>
              <a:t>**Key Patterns:**</a:t>
            </a:r>
          </a:p>
          <a:p>
            <a:pPr>
              <a:spcAft>
                <a:spcPts val="1200"/>
              </a:spcAft>
              <a:defRPr sz="1800"/>
            </a:pPr>
            <a:r>
              <a:t>- RESTful API design</a:t>
            </a:r>
          </a:p>
          <a:p>
            <a:pPr>
              <a:spcAft>
                <a:spcPts val="1200"/>
              </a:spcAft>
              <a:defRPr sz="1800"/>
            </a:pPr>
            <a:r>
              <a:t>- Component-based UI</a:t>
            </a:r>
          </a:p>
          <a:p>
            <a:pPr>
              <a:spcAft>
                <a:spcPts val="1200"/>
              </a:spcAft>
              <a:defRPr sz="1800"/>
            </a:pPr>
            <a:r>
              <a:t>- Middleware authentication</a:t>
            </a:r>
          </a:p>
          <a:p>
            <a:pPr>
              <a:spcAft>
                <a:spcPts val="1200"/>
              </a:spcAft>
              <a:defRPr sz="1800"/>
            </a:pPr>
            <a:r>
              <a:t>- Service layer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Feature Details - Content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AI Article Writer</a:t>
            </a:r>
          </a:p>
          <a:p>
            <a:pPr>
              <a:spcAft>
                <a:spcPts val="1200"/>
              </a:spcAft>
              <a:defRPr sz="1800"/>
            </a:pPr>
            <a:r>
              <a:t>**Capabilities:**</a:t>
            </a:r>
          </a:p>
          <a:p>
            <a:pPr>
              <a:spcAft>
                <a:spcPts val="1200"/>
              </a:spcAft>
              <a:defRPr sz="1800"/>
            </a:pPr>
            <a:r>
              <a:t>- Generate full-length articles from prompts</a:t>
            </a:r>
          </a:p>
          <a:p>
            <a:pPr>
              <a:spcAft>
                <a:spcPts val="1200"/>
              </a:spcAft>
              <a:defRPr sz="1800"/>
            </a:pPr>
            <a:r>
              <a:t>- Customizable article length (max_tokens)</a:t>
            </a:r>
          </a:p>
          <a:p>
            <a:pPr>
              <a:spcAft>
                <a:spcPts val="1200"/>
              </a:spcAft>
              <a:defRPr sz="1800"/>
            </a:pPr>
            <a:r>
              <a:t>- High-quality, engaging content</a:t>
            </a:r>
          </a:p>
          <a:p>
            <a:pPr>
              <a:spcAft>
                <a:spcPts val="1200"/>
              </a:spcAft>
              <a:defRPr sz="1800"/>
            </a:pPr>
            <a:r>
              <a:t>- Automatic database storage</a:t>
            </a:r>
          </a:p>
          <a:p>
            <a:pPr>
              <a:spcAft>
                <a:spcPts val="1200"/>
              </a:spcAft>
              <a:defRPr sz="1800"/>
            </a:pPr>
            <a:r>
              <a:t>**Usage Limits:**</a:t>
            </a:r>
          </a:p>
          <a:p>
            <a:pPr>
              <a:spcAft>
                <a:spcPts val="1200"/>
              </a:spcAft>
              <a:defRPr sz="1800"/>
            </a:pPr>
            <a:r>
              <a:t>- 🆓 **Free Tier**: 10 uses</a:t>
            </a:r>
          </a:p>
          <a:p>
            <a:pPr>
              <a:spcAft>
                <a:spcPts val="1200"/>
              </a:spcAft>
              <a:defRPr sz="1800"/>
            </a:pPr>
            <a:r>
              <a:t>- ⭐ **Premium**: Unlimited access</a:t>
            </a:r>
          </a:p>
          <a:p>
            <a:pPr>
              <a:spcAft>
                <a:spcPts val="1200"/>
              </a:spcAft>
              <a:defRPr sz="1800"/>
            </a:pPr>
            <a:r>
              <a:t>**Technology:**</a:t>
            </a:r>
          </a:p>
          <a:p>
            <a:pPr>
              <a:spcAft>
                <a:spcPts val="1200"/>
              </a:spcAft>
              <a:defRPr sz="1800"/>
            </a:pPr>
            <a:r>
              <a:t>- Google Gemini 2.0 Flash model</a:t>
            </a:r>
          </a:p>
          <a:p>
            <a:pPr>
              <a:spcAft>
                <a:spcPts val="1200"/>
              </a:spcAft>
              <a:defRPr sz="1800"/>
            </a:pPr>
            <a:r>
              <a:t>- Temperature: 0.7 (balanced creativity)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Feature Details - Image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Advanced Image Tools</a:t>
            </a:r>
          </a:p>
          <a:p>
            <a:pPr>
              <a:spcAft>
                <a:spcPts val="1200"/>
              </a:spcAft>
              <a:defRPr sz="1800"/>
            </a:pPr>
            <a:r>
              <a:t>**1. Image Generation**</a:t>
            </a:r>
          </a:p>
          <a:p>
            <a:pPr>
              <a:spcAft>
                <a:spcPts val="1200"/>
              </a:spcAft>
              <a:defRPr sz="1800"/>
            </a:pPr>
            <a:r>
              <a:t>- Text-to-image using Clipdrop API</a:t>
            </a:r>
          </a:p>
          <a:p>
            <a:pPr>
              <a:spcAft>
                <a:spcPts val="1200"/>
              </a:spcAft>
              <a:defRPr sz="1800"/>
            </a:pPr>
            <a:r>
              <a:t>- Cloudinary storage integration</a:t>
            </a:r>
          </a:p>
          <a:p>
            <a:pPr>
              <a:spcAft>
                <a:spcPts val="1200"/>
              </a:spcAft>
              <a:defRPr sz="1800"/>
            </a:pPr>
            <a:r>
              <a:t>- Community publishing option</a:t>
            </a:r>
          </a:p>
          <a:p>
            <a:pPr>
              <a:spcAft>
                <a:spcPts val="1200"/>
              </a:spcAft>
              <a:defRPr sz="1800"/>
            </a:pPr>
            <a:r>
              <a:t>- Premium feature only</a:t>
            </a:r>
          </a:p>
          <a:p>
            <a:pPr>
              <a:spcAft>
                <a:spcPts val="1200"/>
              </a:spcAft>
              <a:defRPr sz="1800"/>
            </a:pPr>
            <a:r>
              <a:t>**2. Background Removal**</a:t>
            </a:r>
          </a:p>
          <a:p>
            <a:pPr>
              <a:spcAft>
                <a:spcPts val="1200"/>
              </a:spcAft>
              <a:defRPr sz="1800"/>
            </a:pPr>
            <a:r>
              <a:t>- AI-powered background removal</a:t>
            </a:r>
          </a:p>
          <a:p>
            <a:pPr>
              <a:spcAft>
                <a:spcPts val="1200"/>
              </a:spcAft>
              <a:defRPr sz="1800"/>
            </a:pPr>
            <a:r>
              <a:t>- Cloudinary transformation API</a:t>
            </a:r>
          </a:p>
          <a:p>
            <a:pPr>
              <a:spcAft>
                <a:spcPts val="1200"/>
              </a:spcAft>
              <a:defRPr sz="1800"/>
            </a:pPr>
            <a:r>
              <a:t>- Instant processing</a:t>
            </a:r>
          </a:p>
          <a:p>
            <a:pPr>
              <a:spcAft>
                <a:spcPts val="1200"/>
              </a:spcAft>
              <a:defRPr sz="1800"/>
            </a:pPr>
            <a:r>
              <a:t>- Premium feature only</a:t>
            </a:r>
          </a:p>
          <a:p>
            <a:pPr>
              <a:spcAft>
                <a:spcPts val="1200"/>
              </a:spcAft>
              <a:defRPr sz="1800"/>
            </a:pPr>
            <a:r>
              <a:t>**3. Object Removal**</a:t>
            </a:r>
          </a:p>
          <a:p>
            <a:pPr>
              <a:spcAft>
                <a:spcPts val="1200"/>
              </a:spcAft>
              <a:defRPr sz="1800"/>
            </a:pPr>
            <a:r>
              <a:t>- Remove specific objects from images</a:t>
            </a:r>
          </a:p>
          <a:p>
            <a:pPr>
              <a:spcAft>
                <a:spcPts val="1200"/>
              </a:spcAft>
              <a:defRPr sz="1800"/>
            </a:pPr>
            <a:r>
              <a:t>- Generative AI technology</a:t>
            </a:r>
          </a:p>
          <a:p>
            <a:pPr>
              <a:spcAft>
                <a:spcPts val="1200"/>
              </a:spcAft>
              <a:defRPr sz="1800"/>
            </a:pPr>
            <a:r>
              <a:t>- Seamless editing</a:t>
            </a:r>
          </a:p>
          <a:p>
            <a:pPr>
              <a:spcAft>
                <a:spcPts val="1200"/>
              </a:spcAft>
              <a:defRPr sz="1800"/>
            </a:pPr>
            <a:r>
              <a:t>- Premium feature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Feature Details - Resume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AI Resume Reviewer</a:t>
            </a:r>
          </a:p>
          <a:p>
            <a:pPr>
              <a:spcAft>
                <a:spcPts val="1200"/>
              </a:spcAft>
              <a:defRPr sz="1800"/>
            </a:pPr>
            <a:r>
              <a:t>**Features:**</a:t>
            </a:r>
          </a:p>
          <a:p>
            <a:pPr>
              <a:spcAft>
                <a:spcPts val="1200"/>
              </a:spcAft>
              <a:defRPr sz="1800"/>
            </a:pPr>
            <a:r>
              <a:t>- PDF resume upload (max 5MB)</a:t>
            </a:r>
          </a:p>
          <a:p>
            <a:pPr>
              <a:spcAft>
                <a:spcPts val="1200"/>
              </a:spcAft>
              <a:defRPr sz="1800"/>
            </a:pPr>
            <a:r>
              <a:t>- Automatic text extraction</a:t>
            </a:r>
          </a:p>
          <a:p>
            <a:pPr>
              <a:spcAft>
                <a:spcPts val="1200"/>
              </a:spcAft>
              <a:defRPr sz="1800"/>
            </a:pPr>
            <a:r>
              <a:t>- AI-powered analysis</a:t>
            </a:r>
          </a:p>
          <a:p>
            <a:pPr>
              <a:spcAft>
                <a:spcPts val="1200"/>
              </a:spcAft>
              <a:defRPr sz="1800"/>
            </a:pPr>
            <a:r>
              <a:t>- Constructive feedback</a:t>
            </a:r>
          </a:p>
          <a:p>
            <a:pPr>
              <a:spcAft>
                <a:spcPts val="1200"/>
              </a:spcAft>
              <a:defRPr sz="1800"/>
            </a:pPr>
            <a:r>
              <a:t>- Improvement suggestions</a:t>
            </a:r>
          </a:p>
          <a:p>
            <a:pPr>
              <a:spcAft>
                <a:spcPts val="1200"/>
              </a:spcAft>
              <a:defRPr sz="1800"/>
            </a:pPr>
            <a:r>
              <a:t>**Process:**</a:t>
            </a:r>
          </a:p>
          <a:p>
            <a:pPr>
              <a:spcAft>
                <a:spcPts val="1200"/>
              </a:spcAft>
              <a:defRPr sz="1800"/>
            </a:pPr>
            <a:r>
              <a:t>1. Upload PDF resume</a:t>
            </a:r>
          </a:p>
          <a:p>
            <a:pPr>
              <a:spcAft>
                <a:spcPts val="1200"/>
              </a:spcAft>
              <a:defRPr sz="1800"/>
            </a:pPr>
            <a:r>
              <a:t>2. Extract text content</a:t>
            </a:r>
          </a:p>
          <a:p>
            <a:pPr>
              <a:spcAft>
                <a:spcPts val="1200"/>
              </a:spcAft>
              <a:defRPr sz="1800"/>
            </a:pPr>
            <a:r>
              <a:t>3. AI analysis with Gemini</a:t>
            </a:r>
          </a:p>
          <a:p>
            <a:pPr>
              <a:spcAft>
                <a:spcPts val="1200"/>
              </a:spcAft>
              <a:defRPr sz="1800"/>
            </a:pPr>
            <a:r>
              <a:t>4. Detailed review report</a:t>
            </a:r>
          </a:p>
          <a:p>
            <a:pPr>
              <a:spcAft>
                <a:spcPts val="1200"/>
              </a:spcAft>
              <a:defRPr sz="1800"/>
            </a:pPr>
            <a:r>
              <a:t>5. Save to user dashboard</a:t>
            </a:r>
          </a:p>
          <a:p>
            <a:pPr>
              <a:spcAft>
                <a:spcPts val="1200"/>
              </a:spcAft>
              <a:defRPr sz="1800"/>
            </a:pPr>
            <a:r>
              <a:t>**Premium Feature Only**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User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Personal Dashboard Features</a:t>
            </a:r>
          </a:p>
          <a:p>
            <a:pPr>
              <a:spcAft>
                <a:spcPts val="1200"/>
              </a:spcAft>
              <a:defRPr sz="1800"/>
            </a:pPr>
            <a:r>
              <a:t>**Statistics:**</a:t>
            </a:r>
          </a:p>
          <a:p>
            <a:pPr>
              <a:spcAft>
                <a:spcPts val="1200"/>
              </a:spcAft>
              <a:defRPr sz="1800"/>
            </a:pPr>
            <a:r>
              <a:t>- 📊 Total creations count</a:t>
            </a:r>
          </a:p>
          <a:p>
            <a:pPr>
              <a:spcAft>
                <a:spcPts val="1200"/>
              </a:spcAft>
              <a:defRPr sz="1800"/>
            </a:pPr>
            <a:r>
              <a:t>- ⭐ Active subscription plan</a:t>
            </a:r>
          </a:p>
          <a:p>
            <a:pPr>
              <a:spcAft>
                <a:spcPts val="1200"/>
              </a:spcAft>
              <a:defRPr sz="1800"/>
            </a:pPr>
            <a:r>
              <a:t>- 📈 Usage tracking</a:t>
            </a:r>
          </a:p>
          <a:p>
            <a:pPr>
              <a:spcAft>
                <a:spcPts val="1200"/>
              </a:spcAft>
              <a:defRPr sz="1800"/>
            </a:pPr>
            <a:r>
              <a:t>**Content Management:**</a:t>
            </a:r>
          </a:p>
          <a:p>
            <a:pPr>
              <a:spcAft>
                <a:spcPts val="1200"/>
              </a:spcAft>
              <a:defRPr sz="1800"/>
            </a:pPr>
            <a:r>
              <a:t>- 📝 View all creations</a:t>
            </a:r>
          </a:p>
          <a:p>
            <a:pPr>
              <a:spcAft>
                <a:spcPts val="1200"/>
              </a:spcAft>
              <a:defRPr sz="1800"/>
            </a:pPr>
            <a:r>
              <a:t>- 🔍 Search and filter</a:t>
            </a:r>
          </a:p>
          <a:p>
            <a:pPr>
              <a:spcAft>
                <a:spcPts val="1200"/>
              </a:spcAft>
              <a:defRPr sz="1800"/>
            </a:pPr>
            <a:r>
              <a:t>- 📅 Recent creations timeline</a:t>
            </a:r>
          </a:p>
          <a:p>
            <a:pPr>
              <a:spcAft>
                <a:spcPts val="1200"/>
              </a:spcAft>
              <a:defRPr sz="1800"/>
            </a:pPr>
            <a:r>
              <a:t>- 🗑️ Delete functionality</a:t>
            </a:r>
          </a:p>
          <a:p>
            <a:pPr>
              <a:spcAft>
                <a:spcPts val="1200"/>
              </a:spcAft>
              <a:defRPr sz="1800"/>
            </a:pPr>
            <a:r>
              <a:t>**User Experience:**</a:t>
            </a:r>
          </a:p>
          <a:p>
            <a:pPr>
              <a:spcAft>
                <a:spcPts val="1200"/>
              </a:spcAft>
              <a:defRPr sz="1800"/>
            </a:pPr>
            <a:r>
              <a:t>- Clean, modern interface</a:t>
            </a:r>
          </a:p>
          <a:p>
            <a:pPr>
              <a:spcAft>
                <a:spcPts val="1200"/>
              </a:spcAft>
              <a:defRPr sz="1800"/>
            </a:pPr>
            <a:r>
              <a:t>- Real-time updates</a:t>
            </a:r>
          </a:p>
          <a:p>
            <a:pPr>
              <a:spcAft>
                <a:spcPts val="1200"/>
              </a:spcAft>
              <a:defRPr sz="1800"/>
            </a:pPr>
            <a:r>
              <a:t>- Responsive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Community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Social Interaction</a:t>
            </a:r>
          </a:p>
          <a:p>
            <a:pPr>
              <a:spcAft>
                <a:spcPts val="1200"/>
              </a:spcAft>
              <a:defRPr sz="1800"/>
            </a:pPr>
            <a:r>
              <a:t>**Community Feed:**</a:t>
            </a:r>
          </a:p>
          <a:p>
            <a:pPr>
              <a:spcAft>
                <a:spcPts val="1200"/>
              </a:spcAft>
              <a:defRPr sz="1800"/>
            </a:pPr>
            <a:r>
              <a:t>- Browse published creations</a:t>
            </a:r>
          </a:p>
          <a:p>
            <a:pPr>
              <a:spcAft>
                <a:spcPts val="1200"/>
              </a:spcAft>
              <a:defRPr sz="1800"/>
            </a:pPr>
            <a:r>
              <a:t>- Like/unlike content</a:t>
            </a:r>
          </a:p>
          <a:p>
            <a:pPr>
              <a:spcAft>
                <a:spcPts val="1200"/>
              </a:spcAft>
              <a:defRPr sz="1800"/>
            </a:pPr>
            <a:r>
              <a:t>- Share your work</a:t>
            </a:r>
          </a:p>
          <a:p>
            <a:pPr>
              <a:spcAft>
                <a:spcPts val="1200"/>
              </a:spcAft>
              <a:defRPr sz="1800"/>
            </a:pPr>
            <a:r>
              <a:t>- Discover trending content</a:t>
            </a:r>
          </a:p>
          <a:p>
            <a:pPr>
              <a:spcAft>
                <a:spcPts val="1200"/>
              </a:spcAft>
              <a:defRPr sz="1800"/>
            </a:pPr>
            <a:r>
              <a:t>**Features:**</a:t>
            </a:r>
          </a:p>
          <a:p>
            <a:pPr>
              <a:spcAft>
                <a:spcPts val="1200"/>
              </a:spcAft>
              <a:defRPr sz="1800"/>
            </a:pPr>
            <a:r>
              <a:t>- Public gallery of AI-generated content</a:t>
            </a:r>
          </a:p>
          <a:p>
            <a:pPr>
              <a:spcAft>
                <a:spcPts val="1200"/>
              </a:spcAft>
              <a:defRPr sz="1800"/>
            </a:pPr>
            <a:r>
              <a:t>- User engagement metrics</a:t>
            </a:r>
          </a:p>
          <a:p>
            <a:pPr>
              <a:spcAft>
                <a:spcPts val="1200"/>
              </a:spcAft>
              <a:defRPr sz="1800"/>
            </a:pPr>
            <a:r>
              <a:t>- Content categorization</a:t>
            </a:r>
          </a:p>
          <a:p>
            <a:pPr>
              <a:spcAft>
                <a:spcPts val="1200"/>
              </a:spcAft>
              <a:defRPr sz="1800"/>
            </a:pPr>
            <a:r>
              <a:t>- Social sharing capabilities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Subscription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Pricing Tiers</a:t>
            </a:r>
          </a:p>
          <a:p>
            <a:pPr>
              <a:spcAft>
                <a:spcPts val="1200"/>
              </a:spcAft>
              <a:defRPr sz="1800"/>
            </a:pPr>
            <a:r>
              <a:t>**🆓 Free Plan:**</a:t>
            </a:r>
          </a:p>
          <a:p>
            <a:pPr>
              <a:spcAft>
                <a:spcPts val="1200"/>
              </a:spcAft>
              <a:defRPr sz="1800"/>
            </a:pPr>
            <a:r>
              <a:t>- 10 uses per month</a:t>
            </a:r>
          </a:p>
          <a:p>
            <a:pPr>
              <a:spcAft>
                <a:spcPts val="1200"/>
              </a:spcAft>
              <a:defRPr sz="1800"/>
            </a:pPr>
            <a:r>
              <a:t>- Basic AI tools access</a:t>
            </a:r>
          </a:p>
          <a:p>
            <a:pPr>
              <a:spcAft>
                <a:spcPts val="1200"/>
              </a:spcAft>
              <a:defRPr sz="1800"/>
            </a:pPr>
            <a:r>
              <a:t>- Article &amp; blog title generation</a:t>
            </a:r>
          </a:p>
          <a:p>
            <a:pPr>
              <a:spcAft>
                <a:spcPts val="1200"/>
              </a:spcAft>
              <a:defRPr sz="1800"/>
            </a:pPr>
            <a:r>
              <a:t>- Limited features</a:t>
            </a:r>
          </a:p>
          <a:p>
            <a:pPr>
              <a:spcAft>
                <a:spcPts val="1200"/>
              </a:spcAft>
              <a:defRPr sz="1800"/>
            </a:pPr>
            <a:r>
              <a:t>**⭐ Premium Plan:**</a:t>
            </a:r>
          </a:p>
          <a:p>
            <a:pPr>
              <a:spcAft>
                <a:spcPts val="1200"/>
              </a:spcAft>
              <a:defRPr sz="1800"/>
            </a:pPr>
            <a:r>
              <a:t>- Unlimited usage</a:t>
            </a:r>
          </a:p>
          <a:p>
            <a:pPr>
              <a:spcAft>
                <a:spcPts val="1200"/>
              </a:spcAft>
              <a:defRPr sz="1800"/>
            </a:pPr>
            <a:r>
              <a:t>- All AI tools access</a:t>
            </a:r>
          </a:p>
          <a:p>
            <a:pPr>
              <a:spcAft>
                <a:spcPts val="1200"/>
              </a:spcAft>
              <a:defRPr sz="1800"/>
            </a:pPr>
            <a:r>
              <a:t>- Image generation</a:t>
            </a:r>
          </a:p>
          <a:p>
            <a:pPr>
              <a:spcAft>
                <a:spcPts val="1200"/>
              </a:spcAft>
              <a:defRPr sz="1800"/>
            </a:pPr>
            <a:r>
              <a:t>- Background removal</a:t>
            </a:r>
          </a:p>
          <a:p>
            <a:pPr>
              <a:spcAft>
                <a:spcPts val="1200"/>
              </a:spcAft>
              <a:defRPr sz="1800"/>
            </a:pPr>
            <a:r>
              <a:t>- Object removal</a:t>
            </a:r>
          </a:p>
          <a:p>
            <a:pPr>
              <a:spcAft>
                <a:spcPts val="1200"/>
              </a:spcAft>
              <a:defRPr sz="1800"/>
            </a:pPr>
            <a:r>
              <a:t>- Resume review</a:t>
            </a:r>
          </a:p>
          <a:p>
            <a:pPr>
              <a:spcAft>
                <a:spcPts val="1200"/>
              </a:spcAft>
              <a:defRPr sz="1800"/>
            </a:pPr>
            <a:r>
              <a:t>- Priority support</a:t>
            </a:r>
          </a:p>
          <a:p>
            <a:pPr>
              <a:spcAft>
                <a:spcPts val="1200"/>
              </a:spcAft>
              <a:defRPr sz="1800"/>
            </a:pPr>
            <a:r>
              <a:t>**Implementation:**</a:t>
            </a:r>
          </a:p>
          <a:p>
            <a:pPr>
              <a:spcAft>
                <a:spcPts val="1200"/>
              </a:spcAft>
              <a:defRPr sz="1800"/>
            </a:pPr>
            <a:r>
              <a:t>- Clerk subscription management</a:t>
            </a:r>
          </a:p>
          <a:p>
            <a:pPr>
              <a:spcAft>
                <a:spcPts val="1200"/>
              </a:spcAft>
              <a:defRPr sz="1800"/>
            </a:pPr>
            <a:r>
              <a:t>- Usage tracking via metadata</a:t>
            </a:r>
          </a:p>
          <a:p>
            <a:pPr>
              <a:spcAft>
                <a:spcPts val="1200"/>
              </a:spcAft>
              <a:defRPr sz="1800"/>
            </a:pPr>
            <a:r>
              <a:t>- Plan-based feature access</a:t>
            </a:r>
          </a:p>
          <a:p>
            <a:pPr>
              <a:spcAft>
                <a:spcPts val="1200"/>
              </a:spcAft>
              <a:defRPr sz="1800"/>
            </a:pPr>
            <a:r>
              <a:t>- Automatic limit enforcement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Authentication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Secure User Management</a:t>
            </a:r>
          </a:p>
          <a:p>
            <a:pPr>
              <a:spcAft>
                <a:spcPts val="1200"/>
              </a:spcAft>
              <a:defRPr sz="1800"/>
            </a:pPr>
            <a:r>
              <a:t>**Authentication:**</a:t>
            </a:r>
          </a:p>
          <a:p>
            <a:pPr>
              <a:spcAft>
                <a:spcPts val="1200"/>
              </a:spcAft>
              <a:defRPr sz="1800"/>
            </a:pPr>
            <a:r>
              <a:t>- 🔐 Clerk integration</a:t>
            </a:r>
          </a:p>
          <a:p>
            <a:pPr>
              <a:spcAft>
                <a:spcPts val="1200"/>
              </a:spcAft>
              <a:defRPr sz="1800"/>
            </a:pPr>
            <a:r>
              <a:t>- Multiple sign-in methods</a:t>
            </a:r>
          </a:p>
          <a:p>
            <a:pPr>
              <a:spcAft>
                <a:spcPts val="1200"/>
              </a:spcAft>
              <a:defRPr sz="1800"/>
            </a:pPr>
            <a:r>
              <a:t>- JWT token-based auth</a:t>
            </a:r>
          </a:p>
          <a:p>
            <a:pPr>
              <a:spcAft>
                <a:spcPts val="1200"/>
              </a:spcAft>
              <a:defRPr sz="1800"/>
            </a:pPr>
            <a:r>
              <a:t>- Session management</a:t>
            </a:r>
          </a:p>
          <a:p>
            <a:pPr>
              <a:spcAft>
                <a:spcPts val="1200"/>
              </a:spcAft>
              <a:defRPr sz="1800"/>
            </a:pPr>
            <a:r>
              <a:t>**Security Features:**</a:t>
            </a:r>
          </a:p>
          <a:p>
            <a:pPr>
              <a:spcAft>
                <a:spcPts val="1200"/>
              </a:spcAft>
              <a:defRPr sz="1800"/>
            </a:pPr>
            <a:r>
              <a:t>- Protected API routes</a:t>
            </a:r>
          </a:p>
          <a:p>
            <a:pPr>
              <a:spcAft>
                <a:spcPts val="1200"/>
              </a:spcAft>
              <a:defRPr sz="1800"/>
            </a:pPr>
            <a:r>
              <a:t>- Middleware authentication</a:t>
            </a:r>
          </a:p>
          <a:p>
            <a:pPr>
              <a:spcAft>
                <a:spcPts val="1200"/>
              </a:spcAft>
              <a:defRPr sz="1800"/>
            </a:pPr>
            <a:r>
              <a:t>- User metadata tracking</a:t>
            </a:r>
          </a:p>
          <a:p>
            <a:pPr>
              <a:spcAft>
                <a:spcPts val="1200"/>
              </a:spcAft>
              <a:defRPr sz="1800"/>
            </a:pPr>
            <a:r>
              <a:t>- Secure file uploads</a:t>
            </a:r>
          </a:p>
          <a:p>
            <a:pPr>
              <a:spcAft>
                <a:spcPts val="1200"/>
              </a:spcAft>
              <a:defRPr sz="1800"/>
            </a:pPr>
            <a:r>
              <a:t>- CORS protection</a:t>
            </a:r>
          </a:p>
          <a:p>
            <a:pPr>
              <a:spcAft>
                <a:spcPts val="1200"/>
              </a:spcAft>
              <a:defRPr sz="1800"/>
            </a:pPr>
            <a:r>
              <a:t>**User Management:**</a:t>
            </a:r>
          </a:p>
          <a:p>
            <a:pPr>
              <a:spcAft>
                <a:spcPts val="1200"/>
              </a:spcAft>
              <a:defRPr sz="1800"/>
            </a:pPr>
            <a:r>
              <a:t>- Profile management</a:t>
            </a:r>
          </a:p>
          <a:p>
            <a:pPr>
              <a:spcAft>
                <a:spcPts val="1200"/>
              </a:spcAft>
              <a:defRPr sz="1800"/>
            </a:pPr>
            <a:r>
              <a:t>- Subscription tracking</a:t>
            </a:r>
          </a:p>
          <a:p>
            <a:pPr>
              <a:spcAft>
                <a:spcPts val="1200"/>
              </a:spcAft>
              <a:defRPr sz="1800"/>
            </a:pPr>
            <a:r>
              <a:t>- Usage analytics</a:t>
            </a:r>
          </a:p>
          <a:p>
            <a:pPr>
              <a:spcAft>
                <a:spcPts val="1200"/>
              </a:spcAft>
              <a:defRPr sz="1800"/>
            </a:pPr>
            <a:r>
              <a:t>- Private metadata storage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RESTful API Structure</a:t>
            </a:r>
          </a:p>
          <a:p>
            <a:pPr>
              <a:spcAft>
                <a:spcPts val="1200"/>
              </a:spcAft>
              <a:defRPr sz="1800"/>
            </a:pPr>
            <a:r>
              <a:t>**AI Routes (`/api/ai`):**</a:t>
            </a:r>
          </a:p>
          <a:p>
            <a:pPr>
              <a:spcAft>
                <a:spcPts val="1200"/>
              </a:spcAft>
              <a:defRPr sz="1800"/>
            </a:pPr>
            <a:r>
              <a:t>- `POST /generate-article`</a:t>
            </a:r>
          </a:p>
          <a:p>
            <a:pPr>
              <a:spcAft>
                <a:spcPts val="1200"/>
              </a:spcAft>
              <a:defRPr sz="1800"/>
            </a:pPr>
            <a:r>
              <a:t>- `POST /generate-blog-title`</a:t>
            </a:r>
          </a:p>
          <a:p>
            <a:pPr>
              <a:spcAft>
                <a:spcPts val="1200"/>
              </a:spcAft>
              <a:defRPr sz="1800"/>
            </a:pPr>
            <a:r>
              <a:t>- `POST /generate-image`</a:t>
            </a:r>
          </a:p>
          <a:p>
            <a:pPr>
              <a:spcAft>
                <a:spcPts val="1200"/>
              </a:spcAft>
              <a:defRPr sz="1800"/>
            </a:pPr>
            <a:r>
              <a:t>- `POST /remove-image-background`</a:t>
            </a:r>
          </a:p>
          <a:p>
            <a:pPr>
              <a:spcAft>
                <a:spcPts val="1200"/>
              </a:spcAft>
              <a:defRPr sz="1800"/>
            </a:pPr>
            <a:r>
              <a:t>- `POST /remove-image-object`</a:t>
            </a:r>
          </a:p>
          <a:p>
            <a:pPr>
              <a:spcAft>
                <a:spcPts val="1200"/>
              </a:spcAft>
              <a:defRPr sz="1800"/>
            </a:pPr>
            <a:r>
              <a:t>- `POST /resume-review`</a:t>
            </a:r>
          </a:p>
          <a:p>
            <a:pPr>
              <a:spcAft>
                <a:spcPts val="1200"/>
              </a:spcAft>
              <a:defRPr sz="1800"/>
            </a:pPr>
            <a:r>
              <a:t>**User Routes (`/api/user`):**</a:t>
            </a:r>
          </a:p>
          <a:p>
            <a:pPr>
              <a:spcAft>
                <a:spcPts val="1200"/>
              </a:spcAft>
              <a:defRPr sz="1800"/>
            </a:pPr>
            <a:r>
              <a:t>- `GET /get-user-creations`</a:t>
            </a:r>
          </a:p>
          <a:p>
            <a:pPr>
              <a:spcAft>
                <a:spcPts val="1200"/>
              </a:spcAft>
              <a:defRPr sz="1800"/>
            </a:pPr>
            <a:r>
              <a:t>- `GET /get-community-creations`</a:t>
            </a:r>
          </a:p>
          <a:p>
            <a:pPr>
              <a:spcAft>
                <a:spcPts val="1200"/>
              </a:spcAft>
              <a:defRPr sz="1800"/>
            </a:pPr>
            <a:r>
              <a:t>- `POST /like-creation`</a:t>
            </a:r>
          </a:p>
          <a:p>
            <a:pPr>
              <a:spcAft>
                <a:spcPts val="1200"/>
              </a:spcAft>
              <a:defRPr sz="1800"/>
            </a:pPr>
            <a:r>
              <a:t>**All routes require authentication**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Data Structure</a:t>
            </a:r>
          </a:p>
          <a:p>
            <a:pPr>
              <a:spcAft>
                <a:spcPts val="1200"/>
              </a:spcAft>
              <a:defRPr sz="1800"/>
            </a:pPr>
            <a:r>
              <a:t>**Creations Table:**</a:t>
            </a:r>
          </a:p>
          <a:p>
            <a:pPr>
              <a:spcAft>
                <a:spcPts val="1200"/>
              </a:spcAft>
              <a:defRPr sz="1800"/>
            </a:pPr>
            <a:r>
              <a:t>- `id` - Primary key</a:t>
            </a:r>
          </a:p>
          <a:p>
            <a:pPr>
              <a:spcAft>
                <a:spcPts val="1200"/>
              </a:spcAft>
              <a:defRPr sz="1800"/>
            </a:pPr>
            <a:r>
              <a:t>- `user_id` - Clerk user ID</a:t>
            </a:r>
          </a:p>
          <a:p>
            <a:pPr>
              <a:spcAft>
                <a:spcPts val="1200"/>
              </a:spcAft>
              <a:defRPr sz="1800"/>
            </a:pPr>
            <a:r>
              <a:t>- `prompt` - User input</a:t>
            </a:r>
          </a:p>
          <a:p>
            <a:pPr>
              <a:spcAft>
                <a:spcPts val="1200"/>
              </a:spcAft>
              <a:defRPr sz="1800"/>
            </a:pPr>
            <a:r>
              <a:t>- `content` - Generated content/URL</a:t>
            </a:r>
          </a:p>
          <a:p>
            <a:pPr>
              <a:spcAft>
                <a:spcPts val="1200"/>
              </a:spcAft>
              <a:defRPr sz="1800"/>
            </a:pPr>
            <a:r>
              <a:t>- `type` - Creation type (article, image, etc.)</a:t>
            </a:r>
          </a:p>
          <a:p>
            <a:pPr>
              <a:spcAft>
                <a:spcPts val="1200"/>
              </a:spcAft>
              <a:defRPr sz="1800"/>
            </a:pPr>
            <a:r>
              <a:t>- `publish` - Community visibility</a:t>
            </a:r>
          </a:p>
          <a:p>
            <a:pPr>
              <a:spcAft>
                <a:spcPts val="1200"/>
              </a:spcAft>
              <a:defRPr sz="1800"/>
            </a:pPr>
            <a:r>
              <a:t>- `created_at` - Timestamp</a:t>
            </a:r>
          </a:p>
          <a:p>
            <a:pPr>
              <a:spcAft>
                <a:spcPts val="1200"/>
              </a:spcAft>
              <a:defRPr sz="1800"/>
            </a:pPr>
            <a:r>
              <a:t>**User Metadata (Clerk):**</a:t>
            </a:r>
          </a:p>
          <a:p>
            <a:pPr>
              <a:spcAft>
                <a:spcPts val="1200"/>
              </a:spcAft>
              <a:defRPr sz="1800"/>
            </a:pPr>
            <a:r>
              <a:t>- Subscription plan</a:t>
            </a:r>
          </a:p>
          <a:p>
            <a:pPr>
              <a:spcAft>
                <a:spcPts val="1200"/>
              </a:spcAft>
              <a:defRPr sz="1800"/>
            </a:pPr>
            <a:r>
              <a:t>- Free usage count</a:t>
            </a:r>
          </a:p>
          <a:p>
            <a:pPr>
              <a:spcAft>
                <a:spcPts val="1200"/>
              </a:spcAft>
              <a:defRPr sz="1800"/>
            </a:pPr>
            <a:r>
              <a:t>- Private metadata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Organized Codebase</a:t>
            </a:r>
          </a:p>
          <a:p>
            <a:pPr>
              <a:spcAft>
                <a:spcPts val="1200"/>
              </a:spcAft>
              <a:defRPr sz="1800"/>
            </a:pPr>
            <a:r>
              <a:t>QuickAI-Full-Stack/</a:t>
            </a:r>
          </a:p>
          <a:p>
            <a:pPr>
              <a:spcAft>
                <a:spcPts val="1200"/>
              </a:spcAft>
              <a:defRPr sz="1800"/>
            </a:pPr>
            <a:r>
              <a:t>├── client/              # Frontend</a:t>
            </a:r>
          </a:p>
          <a:p>
            <a:pPr>
              <a:spcAft>
                <a:spcPts val="1200"/>
              </a:spcAft>
              <a:defRPr sz="1800"/>
            </a:pPr>
            <a:r>
              <a:t>│   ├── src/</a:t>
            </a:r>
          </a:p>
          <a:p>
            <a:pPr>
              <a:spcAft>
                <a:spcPts val="1200"/>
              </a:spcAft>
              <a:defRPr sz="1800"/>
            </a:pPr>
            <a:r>
              <a:t>│   │   ├── components/  # Reusable components</a:t>
            </a:r>
          </a:p>
          <a:p>
            <a:pPr>
              <a:spcAft>
                <a:spcPts val="1200"/>
              </a:spcAft>
              <a:defRPr sz="1800"/>
            </a:pPr>
            <a:r>
              <a:t>│   │   ├── pages/      # Route pages</a:t>
            </a:r>
          </a:p>
          <a:p>
            <a:pPr>
              <a:spcAft>
                <a:spcPts val="1200"/>
              </a:spcAft>
              <a:defRPr sz="1800"/>
            </a:pPr>
            <a:r>
              <a:t>│   │   └── assets/     # Images &amp; data</a:t>
            </a:r>
          </a:p>
          <a:p>
            <a:pPr>
              <a:spcAft>
                <a:spcPts val="1200"/>
              </a:spcAft>
              <a:defRPr sz="1800"/>
            </a:pPr>
            <a:r>
              <a:t>│   └── package.json</a:t>
            </a:r>
          </a:p>
          <a:p>
            <a:pPr>
              <a:spcAft>
                <a:spcPts val="1200"/>
              </a:spcAft>
              <a:defRPr sz="1800"/>
            </a:pPr>
            <a:r>
              <a:t>│</a:t>
            </a:r>
          </a:p>
          <a:p>
            <a:pPr>
              <a:spcAft>
                <a:spcPts val="1200"/>
              </a:spcAft>
              <a:defRPr sz="1800"/>
            </a:pPr>
            <a:r>
              <a:t>├── server/             # Backend</a:t>
            </a:r>
          </a:p>
          <a:p>
            <a:pPr>
              <a:spcAft>
                <a:spcPts val="1200"/>
              </a:spcAft>
              <a:defRPr sz="1800"/>
            </a:pPr>
            <a:r>
              <a:t>│   ├── controllers/    # Business logic</a:t>
            </a:r>
          </a:p>
          <a:p>
            <a:pPr>
              <a:spcAft>
                <a:spcPts val="1200"/>
              </a:spcAft>
              <a:defRPr sz="1800"/>
            </a:pPr>
            <a:r>
              <a:t>│   ├── routes/         # API routes</a:t>
            </a:r>
          </a:p>
          <a:p>
            <a:pPr>
              <a:spcAft>
                <a:spcPts val="1200"/>
              </a:spcAft>
              <a:defRPr sz="1800"/>
            </a:pPr>
            <a:r>
              <a:t>│   ├── middlewares/    # Auth &amp; validation</a:t>
            </a:r>
          </a:p>
          <a:p>
            <a:pPr>
              <a:spcAft>
                <a:spcPts val="1200"/>
              </a:spcAft>
              <a:defRPr sz="1800"/>
            </a:pPr>
            <a:r>
              <a:t>│   ├── configs/        # Service configs</a:t>
            </a:r>
          </a:p>
          <a:p>
            <a:pPr>
              <a:spcAft>
                <a:spcPts val="1200"/>
              </a:spcAft>
              <a:defRPr sz="1800"/>
            </a:pPr>
            <a:r>
              <a:t>│   └── server.js       # Entry point</a:t>
            </a:r>
          </a:p>
          <a:p>
            <a:pPr>
              <a:spcAft>
                <a:spcPts val="1200"/>
              </a:spcAft>
              <a:defRPr sz="1800"/>
            </a:pPr>
            <a:r>
              <a:t>│</a:t>
            </a:r>
          </a:p>
          <a:p>
            <a:pPr>
              <a:spcAft>
                <a:spcPts val="1200"/>
              </a:spcAft>
              <a:defRPr sz="1800"/>
            </a:pPr>
            <a:r>
              <a:t>└── START_SERVERS.bat   # Quick start script</a:t>
            </a:r>
          </a:p>
          <a:p>
            <a:pPr>
              <a:spcAft>
                <a:spcPts val="1200"/>
              </a:spcAft>
              <a:defRPr sz="1800"/>
            </a:pPr>
            <a:r>
              <a:t>**Clean Architecture:**</a:t>
            </a:r>
          </a:p>
          <a:p>
            <a:pPr>
              <a:spcAft>
                <a:spcPts val="1200"/>
              </a:spcAft>
              <a:defRPr sz="1800"/>
            </a:pPr>
            <a:r>
              <a:t>- Separation of concerns</a:t>
            </a:r>
          </a:p>
          <a:p>
            <a:pPr>
              <a:spcAft>
                <a:spcPts val="1200"/>
              </a:spcAft>
              <a:defRPr sz="1800"/>
            </a:pPr>
            <a:r>
              <a:t>- Modular components</a:t>
            </a:r>
          </a:p>
          <a:p>
            <a:pPr>
              <a:spcAft>
                <a:spcPts val="1200"/>
              </a:spcAft>
              <a:defRPr sz="1800"/>
            </a:pPr>
            <a:r>
              <a:t>- Reusable code</a:t>
            </a:r>
          </a:p>
          <a:p>
            <a:pPr>
              <a:spcAft>
                <a:spcPts val="1200"/>
              </a:spcAft>
              <a:defRPr sz="1800"/>
            </a:pPr>
            <a:r>
              <a:t>- Easy maintenance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Key Technologies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External Services</a:t>
            </a:r>
          </a:p>
          <a:p>
            <a:pPr>
              <a:spcAft>
                <a:spcPts val="1200"/>
              </a:spcAft>
              <a:defRPr sz="1800"/>
            </a:pPr>
            <a:r>
              <a:t>**🔐 Clerk Authentication**</a:t>
            </a:r>
          </a:p>
          <a:p>
            <a:pPr>
              <a:spcAft>
                <a:spcPts val="1200"/>
              </a:spcAft>
              <a:defRPr sz="1800"/>
            </a:pPr>
            <a:r>
              <a:t>- User management</a:t>
            </a:r>
          </a:p>
          <a:p>
            <a:pPr>
              <a:spcAft>
                <a:spcPts val="1200"/>
              </a:spcAft>
              <a:defRPr sz="1800"/>
            </a:pPr>
            <a:r>
              <a:t>- Subscription handling</a:t>
            </a:r>
          </a:p>
          <a:p>
            <a:pPr>
              <a:spcAft>
                <a:spcPts val="1200"/>
              </a:spcAft>
              <a:defRPr sz="1800"/>
            </a:pPr>
            <a:r>
              <a:t>- Metadata storage</a:t>
            </a:r>
          </a:p>
          <a:p>
            <a:pPr>
              <a:spcAft>
                <a:spcPts val="1200"/>
              </a:spcAft>
              <a:defRPr sz="1800"/>
            </a:pPr>
            <a:r>
              <a:t>- Secure authentication</a:t>
            </a:r>
          </a:p>
          <a:p>
            <a:pPr>
              <a:spcAft>
                <a:spcPts val="1200"/>
              </a:spcAft>
              <a:defRPr sz="1800"/>
            </a:pPr>
            <a:r>
              <a:t>**☁️ Cloudinary**</a:t>
            </a:r>
          </a:p>
          <a:p>
            <a:pPr>
              <a:spcAft>
                <a:spcPts val="1200"/>
              </a:spcAft>
              <a:defRPr sz="1800"/>
            </a:pPr>
            <a:r>
              <a:t>- Image storage</a:t>
            </a:r>
          </a:p>
          <a:p>
            <a:pPr>
              <a:spcAft>
                <a:spcPts val="1200"/>
              </a:spcAft>
              <a:defRPr sz="1800"/>
            </a:pPr>
            <a:r>
              <a:t>- Transformations</a:t>
            </a:r>
          </a:p>
          <a:p>
            <a:pPr>
              <a:spcAft>
                <a:spcPts val="1200"/>
              </a:spcAft>
              <a:defRPr sz="1800"/>
            </a:pPr>
            <a:r>
              <a:t>- Background removal</a:t>
            </a:r>
          </a:p>
          <a:p>
            <a:pPr>
              <a:spcAft>
                <a:spcPts val="1200"/>
              </a:spcAft>
              <a:defRPr sz="1800"/>
            </a:pPr>
            <a:r>
              <a:t>- CDN delivery</a:t>
            </a:r>
          </a:p>
          <a:p>
            <a:pPr>
              <a:spcAft>
                <a:spcPts val="1200"/>
              </a:spcAft>
              <a:defRPr sz="1800"/>
            </a:pPr>
            <a:r>
              <a:t>**🤖 Google Gemini AI**</a:t>
            </a:r>
          </a:p>
          <a:p>
            <a:pPr>
              <a:spcAft>
                <a:spcPts val="1200"/>
              </a:spcAft>
              <a:defRPr sz="1800"/>
            </a:pPr>
            <a:r>
              <a:t>- Text generation</a:t>
            </a:r>
          </a:p>
          <a:p>
            <a:pPr>
              <a:spcAft>
                <a:spcPts val="1200"/>
              </a:spcAft>
              <a:defRPr sz="1800"/>
            </a:pPr>
            <a:r>
              <a:t>- Content creation</a:t>
            </a:r>
          </a:p>
          <a:p>
            <a:pPr>
              <a:spcAft>
                <a:spcPts val="1200"/>
              </a:spcAft>
              <a:defRPr sz="1800"/>
            </a:pPr>
            <a:r>
              <a:t>- Resume analysis</a:t>
            </a:r>
          </a:p>
          <a:p>
            <a:pPr>
              <a:spcAft>
                <a:spcPts val="1200"/>
              </a:spcAft>
              <a:defRPr sz="1800"/>
            </a:pPr>
            <a:r>
              <a:t>- Natural language processing</a:t>
            </a:r>
          </a:p>
          <a:p>
            <a:pPr>
              <a:spcAft>
                <a:spcPts val="1200"/>
              </a:spcAft>
              <a:defRPr sz="1800"/>
            </a:pPr>
            <a:r>
              <a:t>**🎨 Clipdrop API**</a:t>
            </a:r>
          </a:p>
          <a:p>
            <a:pPr>
              <a:spcAft>
                <a:spcPts val="1200"/>
              </a:spcAft>
              <a:defRPr sz="1800"/>
            </a:pPr>
            <a:r>
              <a:t>- Image generation</a:t>
            </a:r>
          </a:p>
          <a:p>
            <a:pPr>
              <a:spcAft>
                <a:spcPts val="1200"/>
              </a:spcAft>
              <a:defRPr sz="1800"/>
            </a:pPr>
            <a:r>
              <a:t>- Text-to-image</a:t>
            </a:r>
          </a:p>
          <a:p>
            <a:pPr>
              <a:spcAft>
                <a:spcPts val="1200"/>
              </a:spcAft>
              <a:defRPr sz="1800"/>
            </a:pPr>
            <a:r>
              <a:t>- High-quality outputs</a:t>
            </a:r>
          </a:p>
          <a:p>
            <a:pPr>
              <a:spcAft>
                <a:spcPts val="1200"/>
              </a:spcAft>
              <a:defRPr sz="1800"/>
            </a:pPr>
            <a:r>
              <a:t>**🐘 Neon Database**</a:t>
            </a:r>
          </a:p>
          <a:p>
            <a:pPr>
              <a:spcAft>
                <a:spcPts val="1200"/>
              </a:spcAft>
              <a:defRPr sz="1800"/>
            </a:pPr>
            <a:r>
              <a:t>- Serverless PostgreSQL</a:t>
            </a:r>
          </a:p>
          <a:p>
            <a:pPr>
              <a:spcAft>
                <a:spcPts val="1200"/>
              </a:spcAft>
              <a:defRPr sz="1800"/>
            </a:pPr>
            <a:r>
              <a:t>- Scalable infrastructure</a:t>
            </a:r>
          </a:p>
          <a:p>
            <a:pPr>
              <a:spcAft>
                <a:spcPts val="1200"/>
              </a:spcAft>
              <a:defRPr sz="1800"/>
            </a:pPr>
            <a:r>
              <a:t>- Automatic backups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Modern UI/UX Design</a:t>
            </a:r>
          </a:p>
          <a:p>
            <a:pPr>
              <a:spcAft>
                <a:spcPts val="1200"/>
              </a:spcAft>
              <a:defRPr sz="1800"/>
            </a:pPr>
            <a:r>
              <a:t>**Design Principles:**</a:t>
            </a:r>
          </a:p>
          <a:p>
            <a:pPr>
              <a:spcAft>
                <a:spcPts val="1200"/>
              </a:spcAft>
              <a:defRPr sz="1800"/>
            </a:pPr>
            <a:r>
              <a:t>- 🎨 Clean, modern interface</a:t>
            </a:r>
          </a:p>
          <a:p>
            <a:pPr>
              <a:spcAft>
                <a:spcPts val="1200"/>
              </a:spcAft>
              <a:defRPr sz="1800"/>
            </a:pPr>
            <a:r>
              <a:t>- 📱 Fully responsive design</a:t>
            </a:r>
          </a:p>
          <a:p>
            <a:pPr>
              <a:spcAft>
                <a:spcPts val="1200"/>
              </a:spcAft>
              <a:defRPr sz="1800"/>
            </a:pPr>
            <a:r>
              <a:t>- ⚡ Fast loading times</a:t>
            </a:r>
          </a:p>
          <a:p>
            <a:pPr>
              <a:spcAft>
                <a:spcPts val="1200"/>
              </a:spcAft>
              <a:defRPr sz="1800"/>
            </a:pPr>
            <a:r>
              <a:t>- 🎯 Intuitive navigation</a:t>
            </a:r>
          </a:p>
          <a:p>
            <a:pPr>
              <a:spcAft>
                <a:spcPts val="1200"/>
              </a:spcAft>
              <a:defRPr sz="1800"/>
            </a:pPr>
            <a:r>
              <a:t>- 🔔 Real-time notifications</a:t>
            </a:r>
          </a:p>
          <a:p>
            <a:pPr>
              <a:spcAft>
                <a:spcPts val="1200"/>
              </a:spcAft>
              <a:defRPr sz="1800"/>
            </a:pPr>
            <a:r>
              <a:t>**Components:**</a:t>
            </a:r>
          </a:p>
          <a:p>
            <a:pPr>
              <a:spcAft>
                <a:spcPts val="1200"/>
              </a:spcAft>
              <a:defRPr sz="1800"/>
            </a:pPr>
            <a:r>
              <a:t>- Hero section with CTA</a:t>
            </a:r>
          </a:p>
          <a:p>
            <a:pPr>
              <a:spcAft>
                <a:spcPts val="1200"/>
              </a:spcAft>
              <a:defRPr sz="1800"/>
            </a:pPr>
            <a:r>
              <a:t>- Tool showcase cards</a:t>
            </a:r>
          </a:p>
          <a:p>
            <a:pPr>
              <a:spcAft>
                <a:spcPts val="1200"/>
              </a:spcAft>
              <a:defRPr sz="1800"/>
            </a:pPr>
            <a:r>
              <a:t>- User dashboard</a:t>
            </a:r>
          </a:p>
          <a:p>
            <a:pPr>
              <a:spcAft>
                <a:spcPts val="1200"/>
              </a:spcAft>
              <a:defRPr sz="1800"/>
            </a:pPr>
            <a:r>
              <a:t>- Community feed</a:t>
            </a:r>
          </a:p>
          <a:p>
            <a:pPr>
              <a:spcAft>
                <a:spcPts val="1200"/>
              </a:spcAft>
              <a:defRPr sz="1800"/>
            </a:pPr>
            <a:r>
              <a:t>- Subscription plans</a:t>
            </a:r>
          </a:p>
          <a:p>
            <a:pPr>
              <a:spcAft>
                <a:spcPts val="1200"/>
              </a:spcAft>
              <a:defRPr sz="1800"/>
            </a:pPr>
            <a:r>
              <a:t>- Testimonials</a:t>
            </a:r>
          </a:p>
          <a:p>
            <a:pPr>
              <a:spcAft>
                <a:spcPts val="1200"/>
              </a:spcAft>
              <a:defRPr sz="1800"/>
            </a:pPr>
            <a:r>
              <a:t>**Styling:**</a:t>
            </a:r>
          </a:p>
          <a:p>
            <a:pPr>
              <a:spcAft>
                <a:spcPts val="1200"/>
              </a:spcAft>
              <a:defRPr sz="1800"/>
            </a:pPr>
            <a:r>
              <a:t>- Tailwind CSS utility classes</a:t>
            </a:r>
          </a:p>
          <a:p>
            <a:pPr>
              <a:spcAft>
                <a:spcPts val="1200"/>
              </a:spcAft>
              <a:defRPr sz="1800"/>
            </a:pPr>
            <a:r>
              <a:t>- Gradient backgrounds</a:t>
            </a:r>
          </a:p>
          <a:p>
            <a:pPr>
              <a:spcAft>
                <a:spcPts val="1200"/>
              </a:spcAft>
              <a:defRPr sz="1800"/>
            </a:pPr>
            <a:r>
              <a:t>- Smooth animations</a:t>
            </a:r>
          </a:p>
          <a:p>
            <a:pPr>
              <a:spcAft>
                <a:spcPts val="1200"/>
              </a:spcAft>
              <a:defRPr sz="1800"/>
            </a:pPr>
            <a:r>
              <a:t>- Hover effects</a:t>
            </a:r>
          </a:p>
          <a:p>
            <a:pPr>
              <a:spcAft>
                <a:spcPts val="1200"/>
              </a:spcAft>
              <a:defRPr sz="1800"/>
            </a:pPr>
            <a:r>
              <a:t>- Loading states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Development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Setup &amp; Installation</a:t>
            </a:r>
          </a:p>
          <a:p>
            <a:pPr>
              <a:spcAft>
                <a:spcPts val="1200"/>
              </a:spcAft>
              <a:defRPr sz="1800"/>
            </a:pPr>
            <a:r>
              <a:t>**Prerequisites:**</a:t>
            </a:r>
          </a:p>
          <a:p>
            <a:pPr>
              <a:spcAft>
                <a:spcPts val="1200"/>
              </a:spcAft>
              <a:defRPr sz="1800"/>
            </a:pPr>
            <a:r>
              <a:t>- Node.js installed</a:t>
            </a:r>
          </a:p>
          <a:p>
            <a:pPr>
              <a:spcAft>
                <a:spcPts val="1200"/>
              </a:spcAft>
              <a:defRPr sz="1800"/>
            </a:pPr>
            <a:r>
              <a:t>- Environment variables configured</a:t>
            </a:r>
          </a:p>
          <a:p>
            <a:pPr>
              <a:spcAft>
                <a:spcPts val="1200"/>
              </a:spcAft>
              <a:defRPr sz="1800"/>
            </a:pPr>
            <a:r>
              <a:t>- API keys obtained</a:t>
            </a:r>
          </a:p>
          <a:p>
            <a:pPr>
              <a:spcAft>
                <a:spcPts val="1200"/>
              </a:spcAft>
              <a:defRPr sz="1800"/>
            </a:pPr>
            <a:r>
              <a:t>**Quick Start:**</a:t>
            </a:r>
          </a:p>
          <a:p>
            <a:pPr>
              <a:spcAft>
                <a:spcPts val="1200"/>
              </a:spcAft>
              <a:defRPr sz="1800"/>
            </a:pPr>
            <a:r>
              <a:t>1. Install dependencies (`npm install`)</a:t>
            </a:r>
          </a:p>
          <a:p>
            <a:pPr>
              <a:spcAft>
                <a:spcPts val="1200"/>
              </a:spcAft>
              <a:defRPr sz="1800"/>
            </a:pPr>
            <a:r>
              <a:t>2. Configure `.env` files</a:t>
            </a:r>
          </a:p>
          <a:p>
            <a:pPr>
              <a:spcAft>
                <a:spcPts val="1200"/>
              </a:spcAft>
              <a:defRPr sz="1800"/>
            </a:pPr>
            <a:r>
              <a:t>3. Run `START_SERVERS.bat`</a:t>
            </a:r>
          </a:p>
          <a:p>
            <a:pPr>
              <a:spcAft>
                <a:spcPts val="1200"/>
              </a:spcAft>
              <a:defRPr sz="1800"/>
            </a:pPr>
            <a:r>
              <a:t>4. Access `localhost:5173`</a:t>
            </a:r>
          </a:p>
          <a:p>
            <a:pPr>
              <a:spcAft>
                <a:spcPts val="1200"/>
              </a:spcAft>
              <a:defRPr sz="1800"/>
            </a:pPr>
            <a:r>
              <a:t>**Development:**</a:t>
            </a:r>
          </a:p>
          <a:p>
            <a:pPr>
              <a:spcAft>
                <a:spcPts val="1200"/>
              </a:spcAft>
              <a:defRPr sz="1800"/>
            </a:pPr>
            <a:r>
              <a:t>- Hot module replacement</a:t>
            </a:r>
          </a:p>
          <a:p>
            <a:pPr>
              <a:spcAft>
                <a:spcPts val="1200"/>
              </a:spcAft>
              <a:defRPr sz="1800"/>
            </a:pPr>
            <a:r>
              <a:t>- Auto-reload on changes</a:t>
            </a:r>
          </a:p>
          <a:p>
            <a:pPr>
              <a:spcAft>
                <a:spcPts val="1200"/>
              </a:spcAft>
              <a:defRPr sz="1800"/>
            </a:pPr>
            <a:r>
              <a:t>- Error handling</a:t>
            </a:r>
          </a:p>
          <a:p>
            <a:pPr>
              <a:spcAft>
                <a:spcPts val="1200"/>
              </a:spcAft>
              <a:defRPr sz="1800"/>
            </a:pPr>
            <a:r>
              <a:t>- Development tools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Roadmap</a:t>
            </a:r>
          </a:p>
          <a:p>
            <a:pPr>
              <a:spcAft>
                <a:spcPts val="1200"/>
              </a:spcAft>
              <a:defRPr sz="1800"/>
            </a:pPr>
            <a:r>
              <a:t>**Planned Features:**</a:t>
            </a:r>
          </a:p>
          <a:p>
            <a:pPr>
              <a:spcAft>
                <a:spcPts val="1200"/>
              </a:spcAft>
              <a:defRPr sz="1800"/>
            </a:pPr>
            <a:r>
              <a:t>- 📧 Email notifications</a:t>
            </a:r>
          </a:p>
          <a:p>
            <a:pPr>
              <a:spcAft>
                <a:spcPts val="1200"/>
              </a:spcAft>
              <a:defRPr sz="1800"/>
            </a:pPr>
            <a:r>
              <a:t>- 📊 Advanced analytics dashboard</a:t>
            </a:r>
          </a:p>
          <a:p>
            <a:pPr>
              <a:spcAft>
                <a:spcPts val="1200"/>
              </a:spcAft>
              <a:defRPr sz="1800"/>
            </a:pPr>
            <a:r>
              <a:t>- 🔍 Content search functionality</a:t>
            </a:r>
          </a:p>
          <a:p>
            <a:pPr>
              <a:spcAft>
                <a:spcPts val="1200"/>
              </a:spcAft>
              <a:defRPr sz="1800"/>
            </a:pPr>
            <a:r>
              <a:t>- 🌍 Multi-language support</a:t>
            </a:r>
          </a:p>
          <a:p>
            <a:pPr>
              <a:spcAft>
                <a:spcPts val="1200"/>
              </a:spcAft>
              <a:defRPr sz="1800"/>
            </a:pPr>
            <a:r>
              <a:t>- 📱 Mobile app development</a:t>
            </a:r>
          </a:p>
          <a:p>
            <a:pPr>
              <a:spcAft>
                <a:spcPts val="1200"/>
              </a:spcAft>
              <a:defRPr sz="1800"/>
            </a:pPr>
            <a:r>
              <a:t>- 🤝 Team collaboration features</a:t>
            </a:r>
          </a:p>
          <a:p>
            <a:pPr>
              <a:spcAft>
                <a:spcPts val="1200"/>
              </a:spcAft>
              <a:defRPr sz="1800"/>
            </a:pPr>
            <a:r>
              <a:t>- 💾 Export functionality</a:t>
            </a:r>
          </a:p>
          <a:p>
            <a:pPr>
              <a:spcAft>
                <a:spcPts val="1200"/>
              </a:spcAft>
              <a:defRPr sz="1800"/>
            </a:pPr>
            <a:r>
              <a:t>- 🎨 More AI tools</a:t>
            </a:r>
          </a:p>
          <a:p>
            <a:pPr>
              <a:spcAft>
                <a:spcPts val="1200"/>
              </a:spcAft>
              <a:defRPr sz="1800"/>
            </a:pPr>
            <a:r>
              <a:t>**Improvements:**</a:t>
            </a:r>
          </a:p>
          <a:p>
            <a:pPr>
              <a:spcAft>
                <a:spcPts val="1200"/>
              </a:spcAft>
              <a:defRPr sz="1800"/>
            </a:pPr>
            <a:r>
              <a:t>- Performance optimization</a:t>
            </a:r>
          </a:p>
          <a:p>
            <a:pPr>
              <a:spcAft>
                <a:spcPts val="1200"/>
              </a:spcAft>
              <a:defRPr sz="1800"/>
            </a:pPr>
            <a:r>
              <a:t>- Enhanced error handling</a:t>
            </a:r>
          </a:p>
          <a:p>
            <a:pPr>
              <a:spcAft>
                <a:spcPts val="1200"/>
              </a:spcAft>
              <a:defRPr sz="1800"/>
            </a:pPr>
            <a:r>
              <a:t>- Better caching strategies</a:t>
            </a:r>
          </a:p>
          <a:p>
            <a:pPr>
              <a:spcAft>
                <a:spcPts val="1200"/>
              </a:spcAft>
              <a:defRPr sz="1800"/>
            </a:pPr>
            <a:r>
              <a:t>- Advanced filtering options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Project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Key Metrics</a:t>
            </a:r>
          </a:p>
          <a:p>
            <a:pPr>
              <a:spcAft>
                <a:spcPts val="1200"/>
              </a:spcAft>
              <a:defRPr sz="1800"/>
            </a:pPr>
            <a:r>
              <a:t>**Technology Stack:**</a:t>
            </a:r>
          </a:p>
          <a:p>
            <a:pPr>
              <a:spcAft>
                <a:spcPts val="1200"/>
              </a:spcAft>
              <a:defRPr sz="1800"/>
            </a:pPr>
            <a:r>
              <a:t>- 15+ npm packages</a:t>
            </a:r>
          </a:p>
          <a:p>
            <a:pPr>
              <a:spcAft>
                <a:spcPts val="1200"/>
              </a:spcAft>
              <a:defRPr sz="1800"/>
            </a:pPr>
            <a:r>
              <a:t>- 6 AI tools</a:t>
            </a:r>
          </a:p>
          <a:p>
            <a:pPr>
              <a:spcAft>
                <a:spcPts val="1200"/>
              </a:spcAft>
              <a:defRPr sz="1800"/>
            </a:pPr>
            <a:r>
              <a:t>- 10+ API endpoints</a:t>
            </a:r>
          </a:p>
          <a:p>
            <a:pPr>
              <a:spcAft>
                <a:spcPts val="1200"/>
              </a:spcAft>
              <a:defRPr sz="1800"/>
            </a:pPr>
            <a:r>
              <a:t>- 2 subscription tiers</a:t>
            </a:r>
          </a:p>
          <a:p>
            <a:pPr>
              <a:spcAft>
                <a:spcPts val="1200"/>
              </a:spcAft>
              <a:defRPr sz="1800"/>
            </a:pPr>
            <a:r>
              <a:t>**Codebase:**</a:t>
            </a:r>
          </a:p>
          <a:p>
            <a:pPr>
              <a:spcAft>
                <a:spcPts val="1200"/>
              </a:spcAft>
              <a:defRPr sz="1800"/>
            </a:pPr>
            <a:r>
              <a:t>- Modern React components</a:t>
            </a:r>
          </a:p>
          <a:p>
            <a:pPr>
              <a:spcAft>
                <a:spcPts val="1200"/>
              </a:spcAft>
              <a:defRPr sz="1800"/>
            </a:pPr>
            <a:r>
              <a:t>- RESTful API design</a:t>
            </a:r>
          </a:p>
          <a:p>
            <a:pPr>
              <a:spcAft>
                <a:spcPts val="1200"/>
              </a:spcAft>
              <a:defRPr sz="1800"/>
            </a:pPr>
            <a:r>
              <a:t>- Clean architecture</a:t>
            </a:r>
          </a:p>
          <a:p>
            <a:pPr>
              <a:spcAft>
                <a:spcPts val="1200"/>
              </a:spcAft>
              <a:defRPr sz="1800"/>
            </a:pPr>
            <a:r>
              <a:t>- Scalable structure</a:t>
            </a:r>
          </a:p>
          <a:p>
            <a:pPr>
              <a:spcAft>
                <a:spcPts val="1200"/>
              </a:spcAft>
              <a:defRPr sz="1800"/>
            </a:pPr>
            <a:r>
              <a:t>**Features:**</a:t>
            </a:r>
          </a:p>
          <a:p>
            <a:pPr>
              <a:spcAft>
                <a:spcPts val="1200"/>
              </a:spcAft>
              <a:defRPr sz="1800"/>
            </a:pPr>
            <a:r>
              <a:t>- Full authentication system</a:t>
            </a:r>
          </a:p>
          <a:p>
            <a:pPr>
              <a:spcAft>
                <a:spcPts val="1200"/>
              </a:spcAft>
              <a:defRPr sz="1800"/>
            </a:pPr>
            <a:r>
              <a:t>- File upload handling</a:t>
            </a:r>
          </a:p>
          <a:p>
            <a:pPr>
              <a:spcAft>
                <a:spcPts val="1200"/>
              </a:spcAft>
              <a:defRPr sz="1800"/>
            </a:pPr>
            <a:r>
              <a:t>- Image processing</a:t>
            </a:r>
          </a:p>
          <a:p>
            <a:pPr>
              <a:spcAft>
                <a:spcPts val="1200"/>
              </a:spcAft>
              <a:defRPr sz="1800"/>
            </a:pPr>
            <a:r>
              <a:t>- Database integration</a:t>
            </a:r>
          </a:p>
          <a:p>
            <a:pPr>
              <a:spcAft>
                <a:spcPts val="1200"/>
              </a:spcAft>
              <a:defRPr sz="1800"/>
            </a:pPr>
            <a:r>
              <a:t>- Community features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Benefits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Who Can Use QuickAI?</a:t>
            </a:r>
          </a:p>
          <a:p>
            <a:pPr>
              <a:spcAft>
                <a:spcPts val="1200"/>
              </a:spcAft>
              <a:defRPr sz="1800"/>
            </a:pPr>
            <a:r>
              <a:t>**Content Creators:**</a:t>
            </a:r>
          </a:p>
          <a:p>
            <a:pPr>
              <a:spcAft>
                <a:spcPts val="1200"/>
              </a:spcAft>
              <a:defRPr sz="1800"/>
            </a:pPr>
            <a:r>
              <a:t>- Blog writers</a:t>
            </a:r>
          </a:p>
          <a:p>
            <a:pPr>
              <a:spcAft>
                <a:spcPts val="1200"/>
              </a:spcAft>
              <a:defRPr sz="1800"/>
            </a:pPr>
            <a:r>
              <a:t>- Social media managers</a:t>
            </a:r>
          </a:p>
          <a:p>
            <a:pPr>
              <a:spcAft>
                <a:spcPts val="1200"/>
              </a:spcAft>
              <a:defRPr sz="1800"/>
            </a:pPr>
            <a:r>
              <a:t>- Marketing professionals</a:t>
            </a:r>
          </a:p>
          <a:p>
            <a:pPr>
              <a:spcAft>
                <a:spcPts val="1200"/>
              </a:spcAft>
              <a:defRPr sz="1800"/>
            </a:pPr>
            <a:r>
              <a:t>**Businesses:**</a:t>
            </a:r>
          </a:p>
          <a:p>
            <a:pPr>
              <a:spcAft>
                <a:spcPts val="1200"/>
              </a:spcAft>
              <a:defRPr sz="1800"/>
            </a:pPr>
            <a:r>
              <a:t>- Content marketing teams</a:t>
            </a:r>
          </a:p>
          <a:p>
            <a:pPr>
              <a:spcAft>
                <a:spcPts val="1200"/>
              </a:spcAft>
              <a:defRPr sz="1800"/>
            </a:pPr>
            <a:r>
              <a:t>- Design agencies</a:t>
            </a:r>
          </a:p>
          <a:p>
            <a:pPr>
              <a:spcAft>
                <a:spcPts val="1200"/>
              </a:spcAft>
              <a:defRPr sz="1800"/>
            </a:pPr>
            <a:r>
              <a:t>- E-commerce stores</a:t>
            </a:r>
          </a:p>
          <a:p>
            <a:pPr>
              <a:spcAft>
                <a:spcPts val="1200"/>
              </a:spcAft>
              <a:defRPr sz="1800"/>
            </a:pPr>
            <a:r>
              <a:t>**Individuals:**</a:t>
            </a:r>
          </a:p>
          <a:p>
            <a:pPr>
              <a:spcAft>
                <a:spcPts val="1200"/>
              </a:spcAft>
              <a:defRPr sz="1800"/>
            </a:pPr>
            <a:r>
              <a:t>- Job seekers (resume review)</a:t>
            </a:r>
          </a:p>
          <a:p>
            <a:pPr>
              <a:spcAft>
                <a:spcPts val="1200"/>
              </a:spcAft>
              <a:defRPr sz="1800"/>
            </a:pPr>
            <a:r>
              <a:t>- Students</a:t>
            </a:r>
          </a:p>
          <a:p>
            <a:pPr>
              <a:spcAft>
                <a:spcPts val="1200"/>
              </a:spcAft>
              <a:defRPr sz="1800"/>
            </a:pPr>
            <a:r>
              <a:t>- Hobbyists</a:t>
            </a:r>
          </a:p>
          <a:p>
            <a:pPr>
              <a:spcAft>
                <a:spcPts val="1200"/>
              </a:spcAft>
              <a:defRPr sz="1800"/>
            </a:pPr>
            <a:r>
              <a:t>**Benefits:**</a:t>
            </a:r>
          </a:p>
          <a:p>
            <a:pPr>
              <a:spcAft>
                <a:spcPts val="1200"/>
              </a:spcAft>
              <a:defRPr sz="1800"/>
            </a:pPr>
            <a:r>
              <a:t>- ⏱️ Save time on content creation</a:t>
            </a:r>
          </a:p>
          <a:p>
            <a:pPr>
              <a:spcAft>
                <a:spcPts val="1200"/>
              </a:spcAft>
              <a:defRPr sz="1800"/>
            </a:pPr>
            <a:r>
              <a:t>- 💰 Cost-effective solution</a:t>
            </a:r>
          </a:p>
          <a:p>
            <a:pPr>
              <a:spcAft>
                <a:spcPts val="1200"/>
              </a:spcAft>
              <a:defRPr sz="1800"/>
            </a:pPr>
            <a:r>
              <a:t>- 🎯 High-quality outputs</a:t>
            </a:r>
          </a:p>
          <a:p>
            <a:pPr>
              <a:spcAft>
                <a:spcPts val="1200"/>
              </a:spcAft>
              <a:defRPr sz="1800"/>
            </a:pPr>
            <a:r>
              <a:t>- 📈 Scalable platform</a:t>
            </a:r>
          </a:p>
          <a:p>
            <a:pPr>
              <a:spcAft>
                <a:spcPts val="1200"/>
              </a:spcAft>
              <a:defRPr sz="1800"/>
            </a:pPr>
            <a:r>
              <a:t>- 🔒 Secure and reliable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Best Practices Implemented</a:t>
            </a:r>
          </a:p>
          <a:p>
            <a:pPr>
              <a:spcAft>
                <a:spcPts val="1200"/>
              </a:spcAft>
              <a:defRPr sz="1800"/>
            </a:pPr>
            <a:r>
              <a:t>**Code Quality:**</a:t>
            </a:r>
          </a:p>
          <a:p>
            <a:pPr>
              <a:spcAft>
                <a:spcPts val="1200"/>
              </a:spcAft>
              <a:defRPr sz="1800"/>
            </a:pPr>
            <a:r>
              <a:t>- ✅ Modular architecture</a:t>
            </a:r>
          </a:p>
          <a:p>
            <a:pPr>
              <a:spcAft>
                <a:spcPts val="1200"/>
              </a:spcAft>
              <a:defRPr sz="1800"/>
            </a:pPr>
            <a:r>
              <a:t>- ✅ Error handling</a:t>
            </a:r>
          </a:p>
          <a:p>
            <a:pPr>
              <a:spcAft>
                <a:spcPts val="1200"/>
              </a:spcAft>
              <a:defRPr sz="1800"/>
            </a:pPr>
            <a:r>
              <a:t>- ✅ Input validation</a:t>
            </a:r>
          </a:p>
          <a:p>
            <a:pPr>
              <a:spcAft>
                <a:spcPts val="1200"/>
              </a:spcAft>
              <a:defRPr sz="1800"/>
            </a:pPr>
            <a:r>
              <a:t>- ✅ Security middleware</a:t>
            </a:r>
          </a:p>
          <a:p>
            <a:pPr>
              <a:spcAft>
                <a:spcPts val="1200"/>
              </a:spcAft>
              <a:defRPr sz="1800"/>
            </a:pPr>
            <a:r>
              <a:t>- ✅ Environment configuration</a:t>
            </a:r>
          </a:p>
          <a:p>
            <a:pPr>
              <a:spcAft>
                <a:spcPts val="1200"/>
              </a:spcAft>
              <a:defRPr sz="1800"/>
            </a:pPr>
            <a:r>
              <a:t>**Performance:**</a:t>
            </a:r>
          </a:p>
          <a:p>
            <a:pPr>
              <a:spcAft>
                <a:spcPts val="1200"/>
              </a:spcAft>
              <a:defRPr sz="1800"/>
            </a:pPr>
            <a:r>
              <a:t>- ⚡ Fast API responses</a:t>
            </a:r>
          </a:p>
          <a:p>
            <a:pPr>
              <a:spcAft>
                <a:spcPts val="1200"/>
              </a:spcAft>
              <a:defRPr sz="1800"/>
            </a:pPr>
            <a:r>
              <a:t>- ⚡ Optimized database queries</a:t>
            </a:r>
          </a:p>
          <a:p>
            <a:pPr>
              <a:spcAft>
                <a:spcPts val="1200"/>
              </a:spcAft>
              <a:defRPr sz="1800"/>
            </a:pPr>
            <a:r>
              <a:t>- ⚡ Efficient image processing</a:t>
            </a:r>
          </a:p>
          <a:p>
            <a:pPr>
              <a:spcAft>
                <a:spcPts val="1200"/>
              </a:spcAft>
              <a:defRPr sz="1800"/>
            </a:pPr>
            <a:r>
              <a:t>- ⚡ Caching strategies</a:t>
            </a:r>
          </a:p>
          <a:p>
            <a:pPr>
              <a:spcAft>
                <a:spcPts val="1200"/>
              </a:spcAft>
              <a:defRPr sz="1800"/>
            </a:pPr>
            <a:r>
              <a:t>**Security:**</a:t>
            </a:r>
          </a:p>
          <a:p>
            <a:pPr>
              <a:spcAft>
                <a:spcPts val="1200"/>
              </a:spcAft>
              <a:defRPr sz="1800"/>
            </a:pPr>
            <a:r>
              <a:t>- 🔐 Authentication required</a:t>
            </a:r>
          </a:p>
          <a:p>
            <a:pPr>
              <a:spcAft>
                <a:spcPts val="1200"/>
              </a:spcAft>
              <a:defRPr sz="1800"/>
            </a:pPr>
            <a:r>
              <a:t>- 🔐 Protected routes</a:t>
            </a:r>
          </a:p>
          <a:p>
            <a:pPr>
              <a:spcAft>
                <a:spcPts val="1200"/>
              </a:spcAft>
              <a:defRPr sz="1800"/>
            </a:pPr>
            <a:r>
              <a:t>- 🔐 Secure file uploads</a:t>
            </a:r>
          </a:p>
          <a:p>
            <a:pPr>
              <a:spcAft>
                <a:spcPts val="1200"/>
              </a:spcAft>
              <a:defRPr sz="1800"/>
            </a:pPr>
            <a:r>
              <a:t>- 🔐 Environment variables</a:t>
            </a:r>
          </a:p>
          <a:p>
            <a:pPr>
              <a:spcAft>
                <a:spcPts val="1200"/>
              </a:spcAft>
              <a:defRPr sz="1800"/>
            </a:pPr>
            <a:r>
              <a:t>- 🔐 CORS protection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User Journey</a:t>
            </a:r>
          </a:p>
          <a:p>
            <a:pPr>
              <a:spcAft>
                <a:spcPts val="1200"/>
              </a:spcAft>
              <a:defRPr sz="1800"/>
            </a:pPr>
            <a:r>
              <a:t>1. **Landing Page**</a:t>
            </a:r>
          </a:p>
          <a:p>
            <a:pPr>
              <a:spcAft>
                <a:spcPts val="1200"/>
              </a:spcAft>
              <a:defRPr sz="1800"/>
            </a:pPr>
            <a:r>
              <a:t>   - View features</a:t>
            </a:r>
          </a:p>
          <a:p>
            <a:pPr>
              <a:spcAft>
                <a:spcPts val="1200"/>
              </a:spcAft>
              <a:defRPr sz="1800"/>
            </a:pPr>
            <a:r>
              <a:t>   - Sign up/Sign in</a:t>
            </a:r>
          </a:p>
          <a:p>
            <a:pPr>
              <a:spcAft>
                <a:spcPts val="1200"/>
              </a:spcAft>
              <a:defRPr sz="1800"/>
            </a:pPr>
            <a:r>
              <a:t>2. **Dashboard**</a:t>
            </a:r>
          </a:p>
          <a:p>
            <a:pPr>
              <a:spcAft>
                <a:spcPts val="1200"/>
              </a:spcAft>
              <a:defRPr sz="1800"/>
            </a:pPr>
            <a:r>
              <a:t>   - View creations</a:t>
            </a:r>
          </a:p>
          <a:p>
            <a:pPr>
              <a:spcAft>
                <a:spcPts val="1200"/>
              </a:spcAft>
              <a:defRPr sz="1800"/>
            </a:pPr>
            <a:r>
              <a:t>   - Check usage stats</a:t>
            </a:r>
          </a:p>
          <a:p>
            <a:pPr>
              <a:spcAft>
                <a:spcPts val="1200"/>
              </a:spcAft>
              <a:defRPr sz="1800"/>
            </a:pPr>
            <a:r>
              <a:t>3. **AI Tools**</a:t>
            </a:r>
          </a:p>
          <a:p>
            <a:pPr>
              <a:spcAft>
                <a:spcPts val="1200"/>
              </a:spcAft>
              <a:defRPr sz="1800"/>
            </a:pPr>
            <a:r>
              <a:t>   - Select tool</a:t>
            </a:r>
          </a:p>
          <a:p>
            <a:pPr>
              <a:spcAft>
                <a:spcPts val="1200"/>
              </a:spcAft>
              <a:defRPr sz="1800"/>
            </a:pPr>
            <a:r>
              <a:t>   - Enter prompt</a:t>
            </a:r>
          </a:p>
          <a:p>
            <a:pPr>
              <a:spcAft>
                <a:spcPts val="1200"/>
              </a:spcAft>
              <a:defRPr sz="1800"/>
            </a:pPr>
            <a:r>
              <a:t>   - Generate content</a:t>
            </a:r>
          </a:p>
          <a:p>
            <a:pPr>
              <a:spcAft>
                <a:spcPts val="1200"/>
              </a:spcAft>
              <a:defRPr sz="1800"/>
            </a:pPr>
            <a:r>
              <a:t>4. **Results**</a:t>
            </a:r>
          </a:p>
          <a:p>
            <a:pPr>
              <a:spcAft>
                <a:spcPts val="1200"/>
              </a:spcAft>
              <a:defRPr sz="1800"/>
            </a:pPr>
            <a:r>
              <a:t>   - View output</a:t>
            </a:r>
          </a:p>
          <a:p>
            <a:pPr>
              <a:spcAft>
                <a:spcPts val="1200"/>
              </a:spcAft>
              <a:defRPr sz="1800"/>
            </a:pPr>
            <a:r>
              <a:t>   - Save to dashboard</a:t>
            </a:r>
          </a:p>
          <a:p>
            <a:pPr>
              <a:spcAft>
                <a:spcPts val="1200"/>
              </a:spcAft>
              <a:defRPr sz="1800"/>
            </a:pPr>
            <a:r>
              <a:t>   - Share to community</a:t>
            </a:r>
          </a:p>
          <a:p>
            <a:pPr>
              <a:spcAft>
                <a:spcPts val="1200"/>
              </a:spcAft>
              <a:defRPr sz="1800"/>
            </a:pPr>
            <a:r>
              <a:t>5. **Community**</a:t>
            </a:r>
          </a:p>
          <a:p>
            <a:pPr>
              <a:spcAft>
                <a:spcPts val="1200"/>
              </a:spcAft>
              <a:defRPr sz="1800"/>
            </a:pPr>
            <a:r>
              <a:t>   - Browse creations</a:t>
            </a:r>
          </a:p>
          <a:p>
            <a:pPr>
              <a:spcAft>
                <a:spcPts val="1200"/>
              </a:spcAft>
              <a:defRPr sz="1800"/>
            </a:pPr>
            <a:r>
              <a:t>   - Like content</a:t>
            </a:r>
          </a:p>
          <a:p>
            <a:pPr>
              <a:spcAft>
                <a:spcPts val="1200"/>
              </a:spcAft>
              <a:defRPr sz="1800"/>
            </a:pPr>
            <a:r>
              <a:t>   - Discover trends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QuickAI Summary</a:t>
            </a:r>
          </a:p>
          <a:p>
            <a:pPr>
              <a:spcAft>
                <a:spcPts val="1200"/>
              </a:spcAft>
              <a:defRPr sz="1800"/>
            </a:pPr>
            <a:r>
              <a:t>**What We Built:**</a:t>
            </a:r>
          </a:p>
          <a:p>
            <a:pPr>
              <a:spcAft>
                <a:spcPts val="1200"/>
              </a:spcAft>
              <a:defRPr sz="1800"/>
            </a:pPr>
            <a:r>
              <a:t>- ✅ Full-stack AI platform</a:t>
            </a:r>
          </a:p>
          <a:p>
            <a:pPr>
              <a:spcAft>
                <a:spcPts val="1200"/>
              </a:spcAft>
              <a:defRPr sz="1800"/>
            </a:pPr>
            <a:r>
              <a:t>- ✅ 6 powerful AI tools</a:t>
            </a:r>
          </a:p>
          <a:p>
            <a:pPr>
              <a:spcAft>
                <a:spcPts val="1200"/>
              </a:spcAft>
              <a:defRPr sz="1800"/>
            </a:pPr>
            <a:r>
              <a:t>- ✅ User authentication</a:t>
            </a:r>
          </a:p>
          <a:p>
            <a:pPr>
              <a:spcAft>
                <a:spcPts val="1200"/>
              </a:spcAft>
              <a:defRPr sz="1800"/>
            </a:pPr>
            <a:r>
              <a:t>- ✅ Subscription system</a:t>
            </a:r>
          </a:p>
          <a:p>
            <a:pPr>
              <a:spcAft>
                <a:spcPts val="1200"/>
              </a:spcAft>
              <a:defRPr sz="1800"/>
            </a:pPr>
            <a:r>
              <a:t>- ✅ Community features</a:t>
            </a:r>
          </a:p>
          <a:p>
            <a:pPr>
              <a:spcAft>
                <a:spcPts val="1200"/>
              </a:spcAft>
              <a:defRPr sz="1800"/>
            </a:pPr>
            <a:r>
              <a:t>**Technologies Used:**</a:t>
            </a:r>
          </a:p>
          <a:p>
            <a:pPr>
              <a:spcAft>
                <a:spcPts val="1200"/>
              </a:spcAft>
              <a:defRPr sz="1800"/>
            </a:pPr>
            <a:r>
              <a:t>- Modern React ecosystem</a:t>
            </a:r>
          </a:p>
          <a:p>
            <a:pPr>
              <a:spcAft>
                <a:spcPts val="1200"/>
              </a:spcAft>
              <a:defRPr sz="1800"/>
            </a:pPr>
            <a:r>
              <a:t>- Node.js backend</a:t>
            </a:r>
          </a:p>
          <a:p>
            <a:pPr>
              <a:spcAft>
                <a:spcPts val="1200"/>
              </a:spcAft>
              <a:defRPr sz="1800"/>
            </a:pPr>
            <a:r>
              <a:t>- Multiple AI services</a:t>
            </a:r>
          </a:p>
          <a:p>
            <a:pPr>
              <a:spcAft>
                <a:spcPts val="1200"/>
              </a:spcAft>
              <a:defRPr sz="1800"/>
            </a:pPr>
            <a:r>
              <a:t>- Cloud storage</a:t>
            </a:r>
          </a:p>
          <a:p>
            <a:pPr>
              <a:spcAft>
                <a:spcPts val="1200"/>
              </a:spcAft>
              <a:defRPr sz="1800"/>
            </a:pPr>
            <a:r>
              <a:t>**Key Achievements:**</a:t>
            </a:r>
          </a:p>
          <a:p>
            <a:pPr>
              <a:spcAft>
                <a:spcPts val="1200"/>
              </a:spcAft>
              <a:defRPr sz="1800"/>
            </a:pPr>
            <a:r>
              <a:t>- Scalable architecture</a:t>
            </a:r>
          </a:p>
          <a:p>
            <a:pPr>
              <a:spcAft>
                <a:spcPts val="1200"/>
              </a:spcAft>
              <a:defRPr sz="1800"/>
            </a:pPr>
            <a:r>
              <a:t>- Secure implementation</a:t>
            </a:r>
          </a:p>
          <a:p>
            <a:pPr>
              <a:spcAft>
                <a:spcPts val="1200"/>
              </a:spcAft>
              <a:defRPr sz="1800"/>
            </a:pPr>
            <a:r>
              <a:t>- User-friendly interface</a:t>
            </a:r>
          </a:p>
          <a:p>
            <a:pPr>
              <a:spcAft>
                <a:spcPts val="1200"/>
              </a:spcAft>
              <a:defRPr sz="1800"/>
            </a:pPr>
            <a:r>
              <a:t>- Comprehensive features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 Questions?</a:t>
            </a:r>
          </a:p>
          <a:p>
            <a:pPr>
              <a:spcAft>
                <a:spcPts val="1200"/>
              </a:spcAft>
              <a:defRPr sz="1800"/>
            </a:pPr>
            <a:r>
              <a:t>**QuickAI**</a:t>
            </a:r>
          </a:p>
          <a:p>
            <a:pPr>
              <a:spcAft>
                <a:spcPts val="1200"/>
              </a:spcAft>
              <a:defRPr sz="1800"/>
            </a:pPr>
            <a:r>
              <a:t>*AI-Powered Content Creation Platform*</a:t>
            </a:r>
          </a:p>
          <a:p>
            <a:pPr>
              <a:spcAft>
                <a:spcPts val="1200"/>
              </a:spcAft>
              <a:defRPr sz="1800"/>
            </a:pPr>
            <a:r>
              <a:t>**Contact &amp; Resources:**</a:t>
            </a:r>
          </a:p>
          <a:p>
            <a:pPr>
              <a:spcAft>
                <a:spcPts val="1200"/>
              </a:spcAft>
              <a:defRPr sz="1800"/>
            </a:pPr>
            <a:r>
              <a:t>- Project Repository</a:t>
            </a:r>
          </a:p>
          <a:p>
            <a:pPr>
              <a:spcAft>
                <a:spcPts val="1200"/>
              </a:spcAft>
              <a:defRPr sz="1800"/>
            </a:pPr>
            <a:r>
              <a:t>- Documentation</a:t>
            </a:r>
          </a:p>
          <a:p>
            <a:pPr>
              <a:spcAft>
                <a:spcPts val="1200"/>
              </a:spcAft>
              <a:defRPr sz="1800"/>
            </a:pPr>
            <a:r>
              <a:t>- API Documentation</a:t>
            </a:r>
          </a:p>
          <a:p>
            <a:pPr>
              <a:spcAft>
                <a:spcPts val="1200"/>
              </a:spcAft>
              <a:defRPr sz="1800"/>
            </a:pPr>
            <a:r>
              <a:t>- Setup Guide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Appendix: 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Required Configuration</a:t>
            </a:r>
          </a:p>
          <a:p>
            <a:pPr>
              <a:spcAft>
                <a:spcPts val="1200"/>
              </a:spcAft>
              <a:defRPr sz="1800"/>
            </a:pPr>
            <a:r>
              <a:t>**Server (.env):**</a:t>
            </a:r>
          </a:p>
          <a:p>
            <a:pPr>
              <a:spcAft>
                <a:spcPts val="1200"/>
              </a:spcAft>
              <a:defRPr sz="1800"/>
            </a:pPr>
            <a:r>
              <a:t>- CLERK_SECRET_KEY</a:t>
            </a:r>
          </a:p>
          <a:p>
            <a:pPr>
              <a:spcAft>
                <a:spcPts val="1200"/>
              </a:spcAft>
              <a:defRPr sz="1800"/>
            </a:pPr>
            <a:r>
              <a:t>- DATABASE_URL</a:t>
            </a:r>
          </a:p>
          <a:p>
            <a:pPr>
              <a:spcAft>
                <a:spcPts val="1200"/>
              </a:spcAft>
              <a:defRPr sz="1800"/>
            </a:pPr>
            <a:r>
              <a:t>- CLOUDINARY credentials</a:t>
            </a:r>
          </a:p>
          <a:p>
            <a:pPr>
              <a:spcAft>
                <a:spcPts val="1200"/>
              </a:spcAft>
              <a:defRPr sz="1800"/>
            </a:pPr>
            <a:r>
              <a:t>- GEMINI_API_KEY</a:t>
            </a:r>
          </a:p>
          <a:p>
            <a:pPr>
              <a:spcAft>
                <a:spcPts val="1200"/>
              </a:spcAft>
              <a:defRPr sz="1800"/>
            </a:pPr>
            <a:r>
              <a:t>- CLIPDROP_API_KEY</a:t>
            </a:r>
          </a:p>
          <a:p>
            <a:pPr>
              <a:spcAft>
                <a:spcPts val="1200"/>
              </a:spcAft>
              <a:defRPr sz="1800"/>
            </a:pPr>
            <a:r>
              <a:t>- PORT</a:t>
            </a:r>
          </a:p>
          <a:p>
            <a:pPr>
              <a:spcAft>
                <a:spcPts val="1200"/>
              </a:spcAft>
              <a:defRPr sz="1800"/>
            </a:pPr>
            <a:r>
              <a:t>**Client (.env):**</a:t>
            </a:r>
          </a:p>
          <a:p>
            <a:pPr>
              <a:spcAft>
                <a:spcPts val="1200"/>
              </a:spcAft>
              <a:defRPr sz="1800"/>
            </a:pPr>
            <a:r>
              <a:t>- VITE_CLERK_PUBLISHABLE_KEY</a:t>
            </a:r>
          </a:p>
          <a:p>
            <a:pPr>
              <a:spcAft>
                <a:spcPts val="1200"/>
              </a:spcAft>
              <a:defRPr sz="1800"/>
            </a:pPr>
            <a:r>
              <a:t>- VITE_BASE_URL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Appendix: API Response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### Sample Responses</a:t>
            </a:r>
          </a:p>
          <a:p>
            <a:pPr>
              <a:spcAft>
                <a:spcPts val="1200"/>
              </a:spcAft>
              <a:defRPr sz="1800"/>
            </a:pPr>
            <a:r>
              <a:t>**Article Generation:**</a:t>
            </a:r>
          </a:p>
          <a:p>
            <a:pPr>
              <a:spcAft>
                <a:spcPts val="1200"/>
              </a:spcAft>
              <a:defRPr sz="1800"/>
            </a:pPr>
            <a:r>
              <a:t>{</a:t>
            </a:r>
          </a:p>
          <a:p>
            <a:pPr>
              <a:spcAft>
                <a:spcPts val="1200"/>
              </a:spcAft>
              <a:defRPr sz="1800"/>
            </a:pPr>
            <a:r>
              <a:t>  "success": true,</a:t>
            </a:r>
          </a:p>
          <a:p>
            <a:pPr>
              <a:spcAft>
                <a:spcPts val="1200"/>
              </a:spcAft>
              <a:defRPr sz="1800"/>
            </a:pPr>
            <a:r>
              <a:t>  "content": "Generated article text..."</a:t>
            </a:r>
          </a:p>
          <a:p>
            <a:pPr>
              <a:spcAft>
                <a:spcPts val="1200"/>
              </a:spcAft>
              <a:defRPr sz="1800"/>
            </a:pPr>
            <a:r>
              <a:t>}</a:t>
            </a:r>
          </a:p>
          <a:p>
            <a:pPr>
              <a:spcAft>
                <a:spcPts val="1200"/>
              </a:spcAft>
              <a:defRPr sz="1800"/>
            </a:pPr>
            <a:r>
              <a:t>**Image Generation:**</a:t>
            </a:r>
          </a:p>
          <a:p>
            <a:pPr>
              <a:spcAft>
                <a:spcPts val="1200"/>
              </a:spcAft>
              <a:defRPr sz="1800"/>
            </a:pPr>
            <a:r>
              <a:t>{</a:t>
            </a:r>
          </a:p>
          <a:p>
            <a:pPr>
              <a:spcAft>
                <a:spcPts val="1200"/>
              </a:spcAft>
              <a:defRPr sz="1800"/>
            </a:pPr>
            <a:r>
              <a:t>  "success": true,</a:t>
            </a:r>
          </a:p>
          <a:p>
            <a:pPr>
              <a:spcAft>
                <a:spcPts val="1200"/>
              </a:spcAft>
              <a:defRPr sz="1800"/>
            </a:pPr>
            <a:r>
              <a:t>  "content": "https://cloudinary.com/image.jpg"</a:t>
            </a:r>
          </a:p>
          <a:p>
            <a:pPr>
              <a:spcAft>
                <a:spcPts val="1200"/>
              </a:spcAft>
              <a:defRPr sz="1800"/>
            </a:pPr>
            <a:r>
              <a:t>}</a:t>
            </a:r>
          </a:p>
          <a:p>
            <a:pPr>
              <a:spcAft>
                <a:spcPts val="1200"/>
              </a:spcAft>
              <a:defRPr sz="1800"/>
            </a:pPr>
            <a:r>
              <a:t>**Error Response:**</a:t>
            </a:r>
          </a:p>
          <a:p>
            <a:pPr>
              <a:spcAft>
                <a:spcPts val="1200"/>
              </a:spcAft>
              <a:defRPr sz="1800"/>
            </a:pPr>
            <a:r>
              <a:t>{</a:t>
            </a:r>
          </a:p>
          <a:p>
            <a:pPr>
              <a:spcAft>
                <a:spcPts val="1200"/>
              </a:spcAft>
              <a:defRPr sz="1800"/>
            </a:pPr>
            <a:r>
              <a:t>  "success": false,</a:t>
            </a:r>
          </a:p>
          <a:p>
            <a:pPr>
              <a:spcAft>
                <a:spcPts val="1200"/>
              </a:spcAft>
              <a:defRPr sz="1800"/>
            </a:pPr>
            <a:r>
              <a:t>  "message": "Error description"</a:t>
            </a:r>
          </a:p>
          <a:p>
            <a:pPr>
              <a:spcAft>
                <a:spcPts val="1200"/>
              </a:spcAft>
              <a:defRPr sz="1800"/>
            </a:pPr>
            <a: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End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*Thank you for your attention!*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